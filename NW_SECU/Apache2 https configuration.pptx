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7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53661-6353-4AC5-BF53-0068E490D7D8}" type="datetimeFigureOut">
              <a:rPr lang="ko-KR" altLang="en-US" smtClean="0"/>
              <a:t>2025-12-18 Thu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0C6D-E170-4221-BF39-AD233750D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3836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53661-6353-4AC5-BF53-0068E490D7D8}" type="datetimeFigureOut">
              <a:rPr lang="ko-KR" altLang="en-US" smtClean="0"/>
              <a:t>2025-12-18 Thu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0C6D-E170-4221-BF39-AD233750D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702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53661-6353-4AC5-BF53-0068E490D7D8}" type="datetimeFigureOut">
              <a:rPr lang="ko-KR" altLang="en-US" smtClean="0"/>
              <a:t>2025-12-18 Thu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0C6D-E170-4221-BF39-AD233750D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525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53661-6353-4AC5-BF53-0068E490D7D8}" type="datetimeFigureOut">
              <a:rPr lang="ko-KR" altLang="en-US" smtClean="0"/>
              <a:t>2025-12-18 Thu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0C6D-E170-4221-BF39-AD233750D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489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53661-6353-4AC5-BF53-0068E490D7D8}" type="datetimeFigureOut">
              <a:rPr lang="ko-KR" altLang="en-US" smtClean="0"/>
              <a:t>2025-12-18 Thu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0C6D-E170-4221-BF39-AD233750D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7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53661-6353-4AC5-BF53-0068E490D7D8}" type="datetimeFigureOut">
              <a:rPr lang="ko-KR" altLang="en-US" smtClean="0"/>
              <a:t>2025-12-18 Thu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0C6D-E170-4221-BF39-AD233750D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201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53661-6353-4AC5-BF53-0068E490D7D8}" type="datetimeFigureOut">
              <a:rPr lang="ko-KR" altLang="en-US" smtClean="0"/>
              <a:t>2025-12-18 Thu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0C6D-E170-4221-BF39-AD233750D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555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53661-6353-4AC5-BF53-0068E490D7D8}" type="datetimeFigureOut">
              <a:rPr lang="ko-KR" altLang="en-US" smtClean="0"/>
              <a:t>2025-12-18 Thu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0C6D-E170-4221-BF39-AD233750D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8538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53661-6353-4AC5-BF53-0068E490D7D8}" type="datetimeFigureOut">
              <a:rPr lang="ko-KR" altLang="en-US" smtClean="0"/>
              <a:t>2025-12-18 Thu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0C6D-E170-4221-BF39-AD233750D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039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53661-6353-4AC5-BF53-0068E490D7D8}" type="datetimeFigureOut">
              <a:rPr lang="ko-KR" altLang="en-US" smtClean="0"/>
              <a:t>2025-12-18 Thu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0C6D-E170-4221-BF39-AD233750D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208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53661-6353-4AC5-BF53-0068E490D7D8}" type="datetimeFigureOut">
              <a:rPr lang="ko-KR" altLang="en-US" smtClean="0"/>
              <a:t>2025-12-18 Thu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0C6D-E170-4221-BF39-AD233750D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672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553661-6353-4AC5-BF53-0068E490D7D8}" type="datetimeFigureOut">
              <a:rPr lang="ko-KR" altLang="en-US" smtClean="0"/>
              <a:t>2025-12-18 Thu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90C6D-E170-4221-BF39-AD233750D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949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localhost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Apache2 https configuration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2025-12-19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2893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단계별 구성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ko-KR" dirty="0" smtClean="0"/>
              <a:t>SSL Module </a:t>
            </a:r>
            <a:r>
              <a:rPr lang="ko-KR" altLang="en-US" dirty="0" smtClean="0"/>
              <a:t>활성화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    $ </a:t>
            </a:r>
            <a:r>
              <a:rPr lang="en-US" altLang="ko-KR" dirty="0" err="1" smtClean="0"/>
              <a:t>sudo</a:t>
            </a:r>
            <a:r>
              <a:rPr lang="en-US" altLang="ko-KR" dirty="0" smtClean="0"/>
              <a:t> apt install </a:t>
            </a:r>
            <a:r>
              <a:rPr lang="en-US" altLang="ko-KR" dirty="0" err="1" smtClean="0"/>
              <a:t>openssl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 $ </a:t>
            </a:r>
            <a:r>
              <a:rPr lang="en-US" altLang="ko-KR" dirty="0" err="1" smtClean="0"/>
              <a:t>sudo</a:t>
            </a:r>
            <a:r>
              <a:rPr lang="en-US" altLang="ko-KR" dirty="0" smtClean="0"/>
              <a:t> a2enmod </a:t>
            </a:r>
            <a:r>
              <a:rPr lang="en-US" altLang="ko-KR" dirty="0" err="1" smtClean="0"/>
              <a:t>ssl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    $ </a:t>
            </a:r>
            <a:r>
              <a:rPr lang="en-US" altLang="ko-KR" dirty="0" err="1" smtClean="0"/>
              <a:t>sudo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systemctl</a:t>
            </a:r>
            <a:r>
              <a:rPr lang="en-US" altLang="ko-KR" dirty="0" smtClean="0"/>
              <a:t> restart </a:t>
            </a:r>
            <a:r>
              <a:rPr lang="en-US" altLang="ko-KR" dirty="0" smtClean="0"/>
              <a:t>apache2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2. SSL </a:t>
            </a:r>
            <a:r>
              <a:rPr lang="ko-KR" altLang="en-US" dirty="0" smtClean="0"/>
              <a:t>인증서 생성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OpenSSL</a:t>
            </a:r>
            <a:r>
              <a:rPr lang="ko-KR" altLang="en-US" dirty="0" smtClean="0"/>
              <a:t>을 이용한 자체 서명 인증서 사용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 $ </a:t>
            </a:r>
            <a:r>
              <a:rPr lang="en-US" altLang="ko-KR" dirty="0" err="1" smtClean="0"/>
              <a:t>sudo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openssl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req</a:t>
            </a:r>
            <a:r>
              <a:rPr lang="en-US" altLang="ko-KR" dirty="0" smtClean="0"/>
              <a:t> –x509 –nodes –days 365 –</a:t>
            </a:r>
            <a:r>
              <a:rPr lang="en-US" altLang="ko-KR" dirty="0" err="1" smtClean="0"/>
              <a:t>newkey</a:t>
            </a:r>
            <a:r>
              <a:rPr lang="en-US" altLang="ko-KR" dirty="0" smtClean="0"/>
              <a:t> rsa:2048 –</a:t>
            </a:r>
            <a:r>
              <a:rPr lang="en-US" altLang="ko-KR" dirty="0" err="1" smtClean="0"/>
              <a:t>keyout</a:t>
            </a:r>
            <a:r>
              <a:rPr lang="en-US" altLang="ko-KR" dirty="0" smtClean="0"/>
              <a:t> /</a:t>
            </a:r>
            <a:r>
              <a:rPr lang="en-US" altLang="ko-KR" dirty="0" err="1" smtClean="0"/>
              <a:t>etc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ssl</a:t>
            </a:r>
            <a:r>
              <a:rPr lang="en-US" altLang="ko-KR" dirty="0" smtClean="0"/>
              <a:t>/private/</a:t>
            </a:r>
            <a:r>
              <a:rPr lang="en-US" altLang="ko-KR" dirty="0" err="1" smtClean="0"/>
              <a:t>server.key</a:t>
            </a:r>
            <a:r>
              <a:rPr lang="en-US" altLang="ko-KR" dirty="0" smtClean="0"/>
              <a:t> –out /</a:t>
            </a:r>
            <a:r>
              <a:rPr lang="en-US" altLang="ko-KR" dirty="0" err="1" smtClean="0"/>
              <a:t>etc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ssl</a:t>
            </a:r>
            <a:r>
              <a:rPr lang="en-US" altLang="ko-KR" dirty="0" smtClean="0"/>
              <a:t>/certs/server.crt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595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단계별 구성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dirty="0" smtClean="0"/>
              <a:t>3. HTTS</a:t>
            </a:r>
            <a:r>
              <a:rPr lang="ko-KR" altLang="en-US" dirty="0" smtClean="0"/>
              <a:t>를 위한 가상 서버 구성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아파치는 </a:t>
            </a:r>
            <a:r>
              <a:rPr lang="en-US" altLang="ko-KR" dirty="0" smtClean="0"/>
              <a:t>HTTP(port 80)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HTTPS(port</a:t>
            </a:r>
            <a:r>
              <a:rPr lang="ko-KR" altLang="en-US" dirty="0" smtClean="0"/>
              <a:t> </a:t>
            </a:r>
            <a:r>
              <a:rPr lang="en-US" altLang="ko-KR" dirty="0" smtClean="0"/>
              <a:t>443)</a:t>
            </a:r>
            <a:r>
              <a:rPr lang="ko-KR" altLang="en-US" dirty="0" smtClean="0"/>
              <a:t>를 별도의 설정을 사용하여 관리한다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디폴트 설정 파일을 편집하여 생성한다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$ </a:t>
            </a:r>
            <a:r>
              <a:rPr lang="en-US" altLang="ko-KR" dirty="0" err="1" smtClean="0"/>
              <a:t>sudo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nano</a:t>
            </a:r>
            <a:r>
              <a:rPr lang="en-US" altLang="ko-KR" dirty="0" smtClean="0"/>
              <a:t> /</a:t>
            </a:r>
            <a:r>
              <a:rPr lang="en-US" altLang="ko-KR" dirty="0" err="1" smtClean="0"/>
              <a:t>etc</a:t>
            </a:r>
            <a:r>
              <a:rPr lang="en-US" altLang="ko-KR" dirty="0" smtClean="0"/>
              <a:t>/apache2/sites-available/default-</a:t>
            </a:r>
            <a:r>
              <a:rPr lang="en-US" altLang="ko-KR" dirty="0" err="1" smtClean="0"/>
              <a:t>ssl.conf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&lt;</a:t>
            </a:r>
            <a:r>
              <a:rPr lang="en-US" altLang="ko-KR" dirty="0" err="1" smtClean="0"/>
              <a:t>VirtualHost</a:t>
            </a:r>
            <a:r>
              <a:rPr lang="en-US" altLang="ko-KR" dirty="0" smtClean="0"/>
              <a:t>  *:443&gt;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en-US" altLang="ko-KR" dirty="0" err="1" smtClean="0"/>
              <a:t>ServerName</a:t>
            </a:r>
            <a:r>
              <a:rPr lang="en-US" altLang="ko-KR" dirty="0" smtClean="0"/>
              <a:t>   localhost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en-US" altLang="ko-KR" dirty="0" err="1" smtClean="0"/>
              <a:t>DocumentRoot</a:t>
            </a:r>
            <a:r>
              <a:rPr lang="en-US" altLang="ko-KR" dirty="0" smtClean="0"/>
              <a:t> /</a:t>
            </a:r>
            <a:r>
              <a:rPr lang="en-US" altLang="ko-KR" dirty="0" err="1" smtClean="0"/>
              <a:t>var</a:t>
            </a:r>
            <a:r>
              <a:rPr lang="en-US" altLang="ko-KR" dirty="0" smtClean="0"/>
              <a:t>/www/</a:t>
            </a:r>
            <a:r>
              <a:rPr lang="en-US" altLang="ko-KR" dirty="0" err="1" smtClean="0"/>
              <a:t>ssl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 </a:t>
            </a:r>
            <a:r>
              <a:rPr lang="en-US" altLang="ko-KR" dirty="0" err="1" smtClean="0"/>
              <a:t>SSLEngine</a:t>
            </a:r>
            <a:r>
              <a:rPr lang="en-US" altLang="ko-KR" dirty="0" smtClean="0"/>
              <a:t> on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en-US" altLang="ko-KR" dirty="0" err="1" smtClean="0"/>
              <a:t>SSLCertificateFile</a:t>
            </a:r>
            <a:r>
              <a:rPr lang="en-US" altLang="ko-KR" dirty="0" smtClean="0"/>
              <a:t>        /</a:t>
            </a:r>
            <a:r>
              <a:rPr lang="en-US" altLang="ko-KR" dirty="0" err="1" smtClean="0"/>
              <a:t>etc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ssl</a:t>
            </a:r>
            <a:r>
              <a:rPr lang="en-US" altLang="ko-KR" dirty="0" smtClean="0"/>
              <a:t>/certs/server.crt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en-US" altLang="ko-KR" dirty="0" err="1" smtClean="0"/>
              <a:t>SSLCertificateKeyFile</a:t>
            </a:r>
            <a:r>
              <a:rPr lang="en-US" altLang="ko-KR" dirty="0" smtClean="0"/>
              <a:t>    /</a:t>
            </a:r>
            <a:r>
              <a:rPr lang="en-US" altLang="ko-KR" dirty="0" err="1" smtClean="0"/>
              <a:t>etc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ssl</a:t>
            </a:r>
            <a:r>
              <a:rPr lang="en-US" altLang="ko-KR" dirty="0" smtClean="0"/>
              <a:t>/private/</a:t>
            </a:r>
            <a:r>
              <a:rPr lang="en-US" altLang="ko-KR" dirty="0" err="1" smtClean="0"/>
              <a:t>server.key</a:t>
            </a:r>
            <a:r>
              <a:rPr lang="en-US" altLang="ko-KR" dirty="0" smtClean="0"/>
              <a:t>   </a:t>
            </a:r>
          </a:p>
          <a:p>
            <a:pPr marL="0" indent="0">
              <a:buNone/>
            </a:pPr>
            <a:r>
              <a:rPr lang="en-US" altLang="ko-KR" dirty="0" smtClean="0"/>
              <a:t> 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5794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단계별 구성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dirty="0" smtClean="0"/>
              <a:t>4. SSL </a:t>
            </a:r>
            <a:r>
              <a:rPr lang="ko-KR" altLang="en-US" dirty="0" smtClean="0"/>
              <a:t>사이트 활성화 및 아파치 </a:t>
            </a:r>
            <a:r>
              <a:rPr lang="ko-KR" altLang="en-US" dirty="0" err="1" smtClean="0"/>
              <a:t>재시작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 $ </a:t>
            </a:r>
            <a:r>
              <a:rPr lang="en-US" altLang="ko-KR" dirty="0" err="1" smtClean="0"/>
              <a:t>sudo</a:t>
            </a:r>
            <a:r>
              <a:rPr lang="en-US" altLang="ko-KR" dirty="0" smtClean="0"/>
              <a:t> a2ensite default-</a:t>
            </a:r>
            <a:r>
              <a:rPr lang="en-US" altLang="ko-KR" dirty="0" err="1" smtClean="0"/>
              <a:t>ssl.conf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 $ </a:t>
            </a:r>
            <a:r>
              <a:rPr lang="en-US" altLang="ko-KR" dirty="0" err="1" smtClean="0"/>
              <a:t>sudo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systemctl</a:t>
            </a:r>
            <a:r>
              <a:rPr lang="en-US" altLang="ko-KR" dirty="0" smtClean="0"/>
              <a:t> restart apache2</a:t>
            </a:r>
          </a:p>
          <a:p>
            <a:pPr marL="0" indent="0">
              <a:buNone/>
            </a:pPr>
            <a:r>
              <a:rPr lang="en-US" altLang="ko-KR" dirty="0" smtClean="0"/>
              <a:t>5. </a:t>
            </a:r>
            <a:r>
              <a:rPr lang="ko-KR" altLang="en-US" dirty="0" smtClean="0"/>
              <a:t>설정 테스트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브라우저에서 </a:t>
            </a:r>
            <a:r>
              <a:rPr lang="en-US" altLang="ko-KR" dirty="0" smtClean="0">
                <a:hlinkClick r:id="rId2"/>
              </a:rPr>
              <a:t>https://localhost</a:t>
            </a:r>
            <a:r>
              <a:rPr lang="en-US" altLang="ko-KR" dirty="0" smtClean="0"/>
              <a:t> </a:t>
            </a:r>
            <a:r>
              <a:rPr lang="ko-KR" altLang="en-US" dirty="0" smtClean="0"/>
              <a:t>검색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6. HTTP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HTTPS</a:t>
            </a:r>
            <a:r>
              <a:rPr lang="ko-KR" altLang="en-US" dirty="0" smtClean="0"/>
              <a:t>로 </a:t>
            </a:r>
            <a:r>
              <a:rPr lang="ko-KR" altLang="en-US" dirty="0" err="1" smtClean="0"/>
              <a:t>리다이렉트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&lt;</a:t>
            </a:r>
            <a:r>
              <a:rPr lang="en-US" altLang="ko-KR" dirty="0" err="1" smtClean="0"/>
              <a:t>VirtualHost</a:t>
            </a:r>
            <a:r>
              <a:rPr lang="en-US" altLang="ko-KR" dirty="0" smtClean="0"/>
              <a:t> *:80&gt;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 </a:t>
            </a:r>
            <a:r>
              <a:rPr lang="en-US" altLang="ko-KR" dirty="0" err="1" smtClean="0"/>
              <a:t>ServerName</a:t>
            </a:r>
            <a:r>
              <a:rPr lang="en-US" altLang="ko-KR" dirty="0"/>
              <a:t> </a:t>
            </a:r>
            <a:r>
              <a:rPr lang="en-US" altLang="ko-KR" dirty="0" smtClean="0"/>
              <a:t>localhost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 Redirect permanent / </a:t>
            </a:r>
            <a:r>
              <a:rPr lang="en-US" altLang="ko-KR" dirty="0" smtClean="0">
                <a:hlinkClick r:id="rId2"/>
              </a:rPr>
              <a:t>https://localhost/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&lt;/</a:t>
            </a:r>
            <a:r>
              <a:rPr lang="en-US" altLang="ko-KR" dirty="0" err="1" smtClean="0"/>
              <a:t>VirtualHost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9511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Telnet Server </a:t>
            </a:r>
            <a:r>
              <a:rPr lang="ko-KR" altLang="en-US" dirty="0" smtClean="0"/>
              <a:t>설치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ko-KR" dirty="0" smtClean="0"/>
              <a:t>1. </a:t>
            </a:r>
            <a:r>
              <a:rPr lang="ko-KR" altLang="en-US" dirty="0" smtClean="0"/>
              <a:t>패키지 설치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   $ </a:t>
            </a:r>
            <a:r>
              <a:rPr lang="en-US" altLang="ko-KR" dirty="0" err="1" smtClean="0"/>
              <a:t>sudo</a:t>
            </a:r>
            <a:r>
              <a:rPr lang="en-US" altLang="ko-KR" dirty="0" smtClean="0"/>
              <a:t> apt install </a:t>
            </a:r>
            <a:r>
              <a:rPr lang="en-US" altLang="ko-KR" dirty="0" err="1" smtClean="0"/>
              <a:t>xinetd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teletd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2. </a:t>
            </a:r>
            <a:r>
              <a:rPr lang="en-US" altLang="ko-KR" dirty="0" err="1" smtClean="0"/>
              <a:t>xinetd</a:t>
            </a:r>
            <a:r>
              <a:rPr lang="en-US" altLang="ko-KR" dirty="0" smtClean="0"/>
              <a:t> </a:t>
            </a:r>
            <a:r>
              <a:rPr lang="ko-KR" altLang="en-US" dirty="0" smtClean="0"/>
              <a:t>설정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r>
              <a:rPr lang="en-US" altLang="ko-KR" dirty="0" err="1" smtClean="0"/>
              <a:t>sudo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nano</a:t>
            </a:r>
            <a:r>
              <a:rPr lang="en-US" altLang="ko-KR" dirty="0" smtClean="0"/>
              <a:t> /</a:t>
            </a:r>
            <a:r>
              <a:rPr lang="en-US" altLang="ko-KR" dirty="0" err="1" smtClean="0"/>
              <a:t>etc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xinetd.d</a:t>
            </a:r>
            <a:r>
              <a:rPr lang="en-US" altLang="ko-KR" dirty="0" smtClean="0"/>
              <a:t>/telnet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disable = yes  </a:t>
            </a:r>
            <a:r>
              <a:rPr lang="en-US" altLang="ko-KR" dirty="0" smtClean="0">
                <a:sym typeface="Wingdings" panose="05000000000000000000" pitchFamily="2" charset="2"/>
              </a:rPr>
              <a:t> disable = no</a:t>
            </a:r>
          </a:p>
          <a:p>
            <a:pPr marL="0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    service telnet</a:t>
            </a:r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    {</a:t>
            </a:r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         disable = no</a:t>
            </a:r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          .</a:t>
            </a:r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          .</a:t>
            </a:r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          .</a:t>
            </a:r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    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2316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Telnet Server </a:t>
            </a:r>
            <a:r>
              <a:rPr lang="ko-KR" altLang="en-US" dirty="0" smtClean="0"/>
              <a:t>설치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3. </a:t>
            </a:r>
            <a:r>
              <a:rPr lang="en-US" altLang="ko-KR" dirty="0" err="1" smtClean="0"/>
              <a:t>xinetd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재시작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$ </a:t>
            </a:r>
            <a:r>
              <a:rPr lang="en-US" altLang="ko-KR" dirty="0" err="1" smtClean="0"/>
              <a:t>sudo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systemctl</a:t>
            </a:r>
            <a:r>
              <a:rPr lang="en-US" altLang="ko-KR" dirty="0" smtClean="0"/>
              <a:t> restart </a:t>
            </a:r>
            <a:r>
              <a:rPr lang="en-US" altLang="ko-KR" dirty="0" err="1" smtClean="0"/>
              <a:t>xinetd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891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241</Words>
  <Application>Microsoft Office PowerPoint</Application>
  <PresentationFormat>와이드스크린</PresentationFormat>
  <Paragraphs>50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Wingdings</vt:lpstr>
      <vt:lpstr>Office 테마</vt:lpstr>
      <vt:lpstr>Apache2 https configuration</vt:lpstr>
      <vt:lpstr>단계별 구성</vt:lpstr>
      <vt:lpstr>단계별 구성</vt:lpstr>
      <vt:lpstr>단계별 구성</vt:lpstr>
      <vt:lpstr>Telnet Server 설치</vt:lpstr>
      <vt:lpstr>Telnet Server 설치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Apache2 https configuration</dc:title>
  <dc:creator>admin</dc:creator>
  <cp:lastModifiedBy>admin</cp:lastModifiedBy>
  <cp:revision>10</cp:revision>
  <dcterms:created xsi:type="dcterms:W3CDTF">2025-12-18T04:28:31Z</dcterms:created>
  <dcterms:modified xsi:type="dcterms:W3CDTF">2025-12-18T08:42:07Z</dcterms:modified>
</cp:coreProperties>
</file>