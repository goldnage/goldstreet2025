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1" d="100"/>
          <a:sy n="61" d="100"/>
        </p:scale>
        <p:origin x="13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1C2ED8-500A-947C-A54A-A93E46A85B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3A4FD39-FF49-EB8E-CFE0-854DB0C93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8B2ABC-995A-5B69-43B4-95F6E703F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B9F6E-5D81-485C-B796-B2290FD19764}" type="datetimeFigureOut">
              <a:rPr lang="ko-KR" altLang="en-US" smtClean="0"/>
              <a:t>2025-06-30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2960E2-0325-CCAD-66F0-C30FDCD4C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EEC93D-00EB-37B0-EB39-5B9BA36B7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88866-8B50-4E24-B736-534B83225C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8342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A6C8EC-3121-C23E-21CF-8C65DF9C1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45FFA2-77B5-1429-CE3A-531AE996A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F41637-32E0-B919-AC95-112D8A567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B9F6E-5D81-485C-B796-B2290FD19764}" type="datetimeFigureOut">
              <a:rPr lang="ko-KR" altLang="en-US" smtClean="0"/>
              <a:t>2025-06-30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634977-CD6C-7698-B29C-D9FD31DB7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C8BCDA-1472-172A-46D6-E8CE9543E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88866-8B50-4E24-B736-534B83225C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9311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F085B2-0E0E-B2E7-11FE-41C00E897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C7CB51-548C-027D-0FF8-B0CA02123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B370FC-2EB2-C98E-50B8-A618CDBAA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B9F6E-5D81-485C-B796-B2290FD19764}" type="datetimeFigureOut">
              <a:rPr lang="ko-KR" altLang="en-US" smtClean="0"/>
              <a:t>2025-06-30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3D9E67-4871-2933-344F-472A8AB9B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EB18AF-7276-A334-1ACE-A9A06D2D5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88866-8B50-4E24-B736-534B83225C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5384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4B10DE-1CB6-293A-FB4F-7FA7E371B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53E425-3F1E-9196-37DB-3005F0B7AA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D78CB19-16F2-5118-D6D9-90B7CC139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DAAAF3-F47A-EA3C-2CE2-A9373C670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B9F6E-5D81-485C-B796-B2290FD19764}" type="datetimeFigureOut">
              <a:rPr lang="ko-KR" altLang="en-US" smtClean="0"/>
              <a:t>2025-06-30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1D5645-5979-EA59-6965-B1F52512C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C72E13-903D-599C-8C54-F8C3278EC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88866-8B50-4E24-B736-534B83225C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093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5269FC-A941-5C48-06E9-A3C46E129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DC382C-9E6B-E788-94B9-ED7140A98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F2B656F-7B2F-6548-5381-6672DA616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49E4124-C132-1D0B-3468-9BB532B2E2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7B77B31-8479-BF84-1D42-AE6FE27AA4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D7EFEC4-5D18-189F-51AA-B0B8E131E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B9F6E-5D81-485C-B796-B2290FD19764}" type="datetimeFigureOut">
              <a:rPr lang="ko-KR" altLang="en-US" smtClean="0"/>
              <a:t>2025-06-30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4D409BB-65B5-C756-0007-EFBC7DB42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BF9B472-F8D7-2750-8141-D097ABF77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88866-8B50-4E24-B736-534B83225C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503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3812EF-1082-1C7B-5C8C-7B101AE9E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56B0AB5-D20B-BE9B-8855-91FBC4307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B9F6E-5D81-485C-B796-B2290FD19764}" type="datetimeFigureOut">
              <a:rPr lang="ko-KR" altLang="en-US" smtClean="0"/>
              <a:t>2025-06-30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32B09A2-D90D-A7B0-6568-F1C95DDD3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BB3C811-ED8D-A8A9-8C83-05D666310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88866-8B50-4E24-B736-534B83225C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4673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6465270-6831-92B8-2BA3-5D171883B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B9F6E-5D81-485C-B796-B2290FD19764}" type="datetimeFigureOut">
              <a:rPr lang="ko-KR" altLang="en-US" smtClean="0"/>
              <a:t>2025-06-30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0D2167E-0BEF-3114-0B1E-19E301063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E39E54-F9F8-7379-1251-813F772C2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88866-8B50-4E24-B736-534B83225C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6846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B0BF23-0238-E549-10E8-F1D21CFDE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147EF5-88FB-FE9C-B209-69F546D0A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86CCD7-08FB-8B4B-B136-42BE13604F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47D760-5931-E8EF-1D57-F67BAC554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B9F6E-5D81-485C-B796-B2290FD19764}" type="datetimeFigureOut">
              <a:rPr lang="ko-KR" altLang="en-US" smtClean="0"/>
              <a:t>2025-06-30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0592BD-1726-1E9B-D369-14CDE4C0A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8B8AB1-CEC1-F078-B869-CF9F60D62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88866-8B50-4E24-B736-534B83225C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0648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9C04D1-D944-DE25-A9BA-A1973E3B2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C34F1BA-DEDC-6BAF-6992-46687FE243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C767E51-DE2E-6B54-351C-51401AB522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46F6E6-1FDB-C31D-685F-E023EEF08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B9F6E-5D81-485C-B796-B2290FD19764}" type="datetimeFigureOut">
              <a:rPr lang="ko-KR" altLang="en-US" smtClean="0"/>
              <a:t>2025-06-30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1AF730-5ACD-58BA-96F5-B44C17FEA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03F1C2-3321-7FB1-9AF7-B008F990F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88866-8B50-4E24-B736-534B83225C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2006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18C674-D858-DD91-86F1-9953F1610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532460B-F091-5A0F-93A2-A90E77A69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371294-E5A6-2A69-DB75-A6F46E4A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B9F6E-5D81-485C-B796-B2290FD19764}" type="datetimeFigureOut">
              <a:rPr lang="ko-KR" altLang="en-US" smtClean="0"/>
              <a:t>2025-06-30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0E78CD-F849-101E-A516-DD75960A1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73A5EA-97A0-443E-191F-F2D9D67EE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88866-8B50-4E24-B736-534B83225C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570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DB343D0-1796-70B6-5AFC-C7B3B4108B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0A27B3-00C8-DB8A-67A4-4AE3351C7A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0C7F1D-C64E-145F-50A4-792F7368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B9F6E-5D81-485C-B796-B2290FD19764}" type="datetimeFigureOut">
              <a:rPr lang="ko-KR" altLang="en-US" smtClean="0"/>
              <a:t>2025-06-30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E90016-19B8-2A76-BE2B-91A997B4B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C4C4D9-98B3-74C2-7EE1-11F77ACC4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88866-8B50-4E24-B736-534B83225C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3633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F2D2E51-B098-D9F6-D31D-FA8380DCB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EF07A0-9E5C-4B79-5807-1D869D007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7B3FA1-3E44-BBC4-682C-8248A68CD6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CB9F6E-5D81-485C-B796-B2290FD19764}" type="datetimeFigureOut">
              <a:rPr lang="ko-KR" altLang="en-US" smtClean="0"/>
              <a:t>2025-06-30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B85F10-534D-6D08-AF68-FF5C6A5473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83E2B7-4205-85BE-512A-95E533C629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F88866-8B50-4E24-B736-534B83225C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7345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293ACA-6FF7-3CCC-AB78-CDBEE2BE1A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Kali</a:t>
            </a:r>
            <a:r>
              <a:rPr lang="ko-KR" altLang="en-US" dirty="0"/>
              <a:t> </a:t>
            </a:r>
            <a:r>
              <a:rPr lang="en-US" altLang="ko-KR" dirty="0"/>
              <a:t>Linux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43BA3C0-5E07-7FB9-78BC-5F69B1ABB9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for hackers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0221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02EAE9-2283-4EF9-A54A-42D9BC5A7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43420-BFEB-6881-0797-85C6D1517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600" dirty="0" err="1"/>
              <a:t>wsl</a:t>
            </a:r>
            <a:r>
              <a:rPr lang="en-US" altLang="ko-KR" sz="2600" dirty="0"/>
              <a:t> –l –o  -&gt; </a:t>
            </a:r>
            <a:r>
              <a:rPr lang="ko-KR" altLang="en-US" sz="2600" dirty="0"/>
              <a:t>목록 확인</a:t>
            </a:r>
            <a:endParaRPr lang="en-US" altLang="ko-KR" sz="2600" dirty="0"/>
          </a:p>
          <a:p>
            <a:r>
              <a:rPr lang="en-US" altLang="ko-KR" sz="2600" dirty="0" err="1"/>
              <a:t>wsl</a:t>
            </a:r>
            <a:r>
              <a:rPr lang="en-US" altLang="ko-KR" sz="2600" dirty="0"/>
              <a:t> –install –d kali-</a:t>
            </a:r>
            <a:r>
              <a:rPr lang="en-US" altLang="ko-KR" sz="2600" dirty="0" err="1"/>
              <a:t>linux</a:t>
            </a:r>
            <a:endParaRPr lang="en-US" altLang="ko-KR" sz="2600" dirty="0"/>
          </a:p>
          <a:p>
            <a:r>
              <a:rPr lang="en-US" altLang="ko-KR" sz="2600" dirty="0" err="1"/>
              <a:t>username:kali</a:t>
            </a:r>
            <a:r>
              <a:rPr lang="en-US" altLang="ko-KR" sz="2600" dirty="0"/>
              <a:t> password: kali</a:t>
            </a:r>
          </a:p>
          <a:p>
            <a:r>
              <a:rPr lang="en-US" altLang="ko-KR" sz="2600" dirty="0"/>
              <a:t>download Kali tools</a:t>
            </a:r>
          </a:p>
          <a:p>
            <a:pPr marL="0" indent="0">
              <a:buNone/>
            </a:pPr>
            <a:r>
              <a:rPr lang="en-US" altLang="ko-KR" sz="2400" dirty="0"/>
              <a:t>   $ </a:t>
            </a:r>
            <a:r>
              <a:rPr lang="en-US" altLang="ko-KR" sz="2400" dirty="0" err="1"/>
              <a:t>sudo</a:t>
            </a:r>
            <a:r>
              <a:rPr lang="en-US" altLang="ko-KR" sz="2400" dirty="0"/>
              <a:t> </a:t>
            </a:r>
            <a:r>
              <a:rPr lang="en-US" altLang="ko-KR" sz="2400" dirty="0" err="1"/>
              <a:t>su</a:t>
            </a:r>
            <a:r>
              <a:rPr lang="en-US" altLang="ko-KR" sz="2400" dirty="0"/>
              <a:t> -&gt; root </a:t>
            </a:r>
            <a:r>
              <a:rPr lang="ko-KR" altLang="en-US" sz="2400" dirty="0"/>
              <a:t>패스워드 설정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   $ </a:t>
            </a:r>
            <a:r>
              <a:rPr lang="en-US" altLang="ko-KR" sz="2400" dirty="0" err="1"/>
              <a:t>su</a:t>
            </a:r>
            <a:r>
              <a:rPr lang="en-US" altLang="ko-KR" sz="2400" dirty="0"/>
              <a:t> -    -&gt; root</a:t>
            </a:r>
            <a:r>
              <a:rPr lang="ko-KR" altLang="en-US" sz="2400" dirty="0"/>
              <a:t>로 로그인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   # apt update &amp;&amp; apt upgrade –y &amp;&amp; apt install kali-</a:t>
            </a:r>
            <a:r>
              <a:rPr lang="en-US" altLang="ko-KR" sz="2400" dirty="0" err="1"/>
              <a:t>linux</a:t>
            </a:r>
            <a:r>
              <a:rPr lang="en-US" altLang="ko-KR" sz="2400" dirty="0"/>
              <a:t>-everything –y</a:t>
            </a:r>
          </a:p>
          <a:p>
            <a:pPr marL="0" indent="0">
              <a:buNone/>
            </a:pPr>
            <a:r>
              <a:rPr lang="en-US" altLang="ko-KR" sz="2400" dirty="0"/>
              <a:t>   </a:t>
            </a:r>
          </a:p>
          <a:p>
            <a:pPr marL="0" indent="0">
              <a:buNone/>
            </a:pP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20267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5C3BFD-1AB5-1FEF-AD71-4984E4D79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기본 명령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72ED0A-2AFA-0E3E-595C-0E4E27069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600" dirty="0"/>
              <a:t>$ </a:t>
            </a:r>
            <a:r>
              <a:rPr lang="en-US" altLang="ko-KR" sz="2600" dirty="0" err="1"/>
              <a:t>pwd</a:t>
            </a:r>
            <a:r>
              <a:rPr lang="ko-KR" altLang="en-US" sz="2600" dirty="0"/>
              <a:t>  </a:t>
            </a:r>
            <a:r>
              <a:rPr lang="en-US" altLang="ko-KR" sz="2600" dirty="0"/>
              <a:t>-&gt;</a:t>
            </a:r>
            <a:r>
              <a:rPr lang="ko-KR" altLang="en-US" sz="2600" dirty="0"/>
              <a:t> 현재 작업 디렉토리</a:t>
            </a:r>
            <a:endParaRPr lang="en-US" altLang="ko-KR" sz="2600" dirty="0"/>
          </a:p>
          <a:p>
            <a:r>
              <a:rPr lang="en-US" altLang="ko-KR" sz="2600" dirty="0"/>
              <a:t>$ </a:t>
            </a:r>
            <a:r>
              <a:rPr lang="en-US" altLang="ko-KR" sz="2600" dirty="0" err="1"/>
              <a:t>whoami</a:t>
            </a:r>
            <a:r>
              <a:rPr lang="en-US" altLang="ko-KR" sz="2600" dirty="0"/>
              <a:t>  -&gt;</a:t>
            </a:r>
            <a:r>
              <a:rPr lang="ko-KR" altLang="en-US" sz="2600" dirty="0"/>
              <a:t>로그인 한 사용자 아이디</a:t>
            </a:r>
            <a:endParaRPr lang="en-US" altLang="ko-KR" sz="2600" dirty="0"/>
          </a:p>
          <a:p>
            <a:r>
              <a:rPr lang="en-US" altLang="ko-KR" sz="2600" dirty="0"/>
              <a:t>$ cd</a:t>
            </a:r>
            <a:r>
              <a:rPr lang="ko-KR" altLang="en-US" sz="2600" dirty="0"/>
              <a:t> </a:t>
            </a:r>
            <a:r>
              <a:rPr lang="en-US" altLang="ko-KR" sz="2600" dirty="0"/>
              <a:t>/</a:t>
            </a:r>
            <a:r>
              <a:rPr lang="en-US" altLang="ko-KR" sz="2600" dirty="0" err="1"/>
              <a:t>etc</a:t>
            </a:r>
            <a:r>
              <a:rPr lang="en-US" altLang="ko-KR" sz="2600" dirty="0"/>
              <a:t>   -&gt; </a:t>
            </a:r>
            <a:r>
              <a:rPr lang="ko-KR" altLang="en-US" sz="2600" dirty="0"/>
              <a:t>작업 디렉토리 변경</a:t>
            </a:r>
            <a:endParaRPr lang="en-US" altLang="ko-KR" sz="2600" dirty="0"/>
          </a:p>
          <a:p>
            <a:r>
              <a:rPr lang="en-US" altLang="ko-KR" sz="2600" dirty="0"/>
              <a:t>$ cd</a:t>
            </a:r>
            <a:r>
              <a:rPr lang="ko-KR" altLang="en-US" sz="2600" dirty="0"/>
              <a:t> </a:t>
            </a:r>
            <a:r>
              <a:rPr lang="en-US" altLang="ko-KR" sz="2600" dirty="0"/>
              <a:t>..</a:t>
            </a:r>
            <a:r>
              <a:rPr lang="ko-KR" altLang="en-US" sz="2600" dirty="0"/>
              <a:t>  </a:t>
            </a:r>
            <a:r>
              <a:rPr lang="en-US" altLang="ko-KR" sz="2600" dirty="0"/>
              <a:t>-&gt;</a:t>
            </a:r>
            <a:r>
              <a:rPr lang="ko-KR" altLang="en-US" sz="2600" dirty="0"/>
              <a:t> 파일 구조에서 한 단계 위로 이동</a:t>
            </a:r>
            <a:endParaRPr lang="en-US" altLang="ko-KR" sz="2600" dirty="0"/>
          </a:p>
          <a:p>
            <a:r>
              <a:rPr lang="en-US" altLang="ko-KR" sz="2600" dirty="0"/>
              <a:t>$ cs ../.. -&gt; </a:t>
            </a:r>
            <a:r>
              <a:rPr lang="ko-KR" altLang="en-US" sz="2600" dirty="0"/>
              <a:t>두 단계 위로 이동</a:t>
            </a:r>
            <a:endParaRPr lang="en-US" altLang="ko-KR" sz="2600" dirty="0"/>
          </a:p>
          <a:p>
            <a:r>
              <a:rPr lang="en-US" altLang="ko-KR" sz="2600" dirty="0"/>
              <a:t>$ ls  -&gt; </a:t>
            </a:r>
            <a:r>
              <a:rPr lang="ko-KR" altLang="en-US" sz="2600" dirty="0"/>
              <a:t>디렉토리 내용 </a:t>
            </a:r>
            <a:r>
              <a:rPr lang="ko-KR" altLang="en-US" sz="2600" dirty="0" err="1"/>
              <a:t>리스팅</a:t>
            </a:r>
            <a:endParaRPr lang="en-US" altLang="ko-KR" sz="2600" dirty="0"/>
          </a:p>
          <a:p>
            <a:r>
              <a:rPr lang="en-US" altLang="ko-KR" sz="2600" dirty="0"/>
              <a:t>$ ls</a:t>
            </a:r>
            <a:r>
              <a:rPr lang="ko-KR" altLang="en-US" sz="2600" dirty="0"/>
              <a:t> </a:t>
            </a:r>
            <a:r>
              <a:rPr lang="en-US" altLang="ko-KR" sz="2600" dirty="0"/>
              <a:t>–l -&gt; </a:t>
            </a:r>
            <a:r>
              <a:rPr lang="ko-KR" altLang="en-US" sz="2600" dirty="0"/>
              <a:t>디렉토리</a:t>
            </a:r>
            <a:r>
              <a:rPr lang="en-US" altLang="ko-KR" sz="2600" dirty="0"/>
              <a:t> </a:t>
            </a:r>
            <a:r>
              <a:rPr lang="ko-KR" altLang="en-US" sz="2600" dirty="0"/>
              <a:t>내용의 긴 </a:t>
            </a:r>
            <a:r>
              <a:rPr lang="ko-KR" altLang="en-US" sz="2600" dirty="0" err="1"/>
              <a:t>리스팅</a:t>
            </a:r>
            <a:endParaRPr lang="en-US" altLang="ko-KR" sz="2600" dirty="0"/>
          </a:p>
          <a:p>
            <a:r>
              <a:rPr lang="en-US" altLang="ko-KR" sz="2600" dirty="0"/>
              <a:t>$ la –la -&gt; </a:t>
            </a:r>
            <a:r>
              <a:rPr lang="ko-KR" altLang="en-US" sz="2600" dirty="0"/>
              <a:t>숨김 파일까지 </a:t>
            </a:r>
            <a:r>
              <a:rPr lang="ko-KR" altLang="en-US" sz="2600" dirty="0" err="1"/>
              <a:t>리스팅</a:t>
            </a:r>
            <a:endParaRPr lang="en-US" altLang="ko-KR" sz="2600" dirty="0"/>
          </a:p>
          <a:p>
            <a:r>
              <a:rPr lang="en-US" altLang="ko-KR" sz="2600" dirty="0"/>
              <a:t>$ </a:t>
            </a:r>
            <a:r>
              <a:rPr lang="en-US" altLang="ko-KR" sz="2600" dirty="0" err="1"/>
              <a:t>aircrack</a:t>
            </a:r>
            <a:r>
              <a:rPr lang="en-US" altLang="ko-KR" sz="2600" dirty="0"/>
              <a:t>-ng –help  -&gt; </a:t>
            </a:r>
            <a:r>
              <a:rPr lang="ko-KR" altLang="en-US" sz="2600" dirty="0"/>
              <a:t>도움말 표시</a:t>
            </a:r>
          </a:p>
        </p:txBody>
      </p:sp>
    </p:spTree>
    <p:extLst>
      <p:ext uri="{BB962C8B-B14F-4D97-AF65-F5344CB8AC3E}">
        <p14:creationId xmlns:p14="http://schemas.microsoft.com/office/powerpoint/2010/main" val="970409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71799D-4930-F2C4-D0B3-2FD0CD6B3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기본 명령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45BA58-6DBD-6CE9-C098-07AC17BB7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600" dirty="0"/>
              <a:t>$ </a:t>
            </a:r>
            <a:r>
              <a:rPr lang="en-US" altLang="ko-KR" sz="2600" dirty="0" err="1"/>
              <a:t>namp</a:t>
            </a:r>
            <a:r>
              <a:rPr lang="ko-KR" altLang="en-US" sz="2600" dirty="0"/>
              <a:t> </a:t>
            </a:r>
            <a:r>
              <a:rPr lang="en-US" altLang="ko-KR" sz="2600" dirty="0"/>
              <a:t>–h</a:t>
            </a:r>
            <a:r>
              <a:rPr lang="ko-KR" altLang="en-US" sz="2600" dirty="0"/>
              <a:t>  </a:t>
            </a:r>
            <a:r>
              <a:rPr lang="en-US" altLang="ko-KR" sz="2600" dirty="0"/>
              <a:t>-&gt;</a:t>
            </a:r>
            <a:r>
              <a:rPr lang="ko-KR" altLang="en-US" sz="2600" dirty="0"/>
              <a:t> 도움말 축약형</a:t>
            </a:r>
            <a:endParaRPr lang="en-US" altLang="ko-KR" sz="2600" dirty="0"/>
          </a:p>
          <a:p>
            <a:r>
              <a:rPr lang="en-US" altLang="ko-KR" sz="2600" dirty="0"/>
              <a:t>$ man </a:t>
            </a:r>
            <a:r>
              <a:rPr lang="en-US" altLang="ko-KR" sz="2600" dirty="0" err="1"/>
              <a:t>aircrack</a:t>
            </a:r>
            <a:r>
              <a:rPr lang="en-US" altLang="ko-KR" sz="2600" dirty="0"/>
              <a:t>-ng  -&gt; </a:t>
            </a:r>
            <a:r>
              <a:rPr lang="ko-KR" altLang="en-US" sz="2600" dirty="0"/>
              <a:t>참고 매뉴얼 페이지 보여주기</a:t>
            </a:r>
            <a:endParaRPr lang="en-US" altLang="ko-KR" sz="2600" dirty="0"/>
          </a:p>
          <a:p>
            <a:r>
              <a:rPr lang="en-US" altLang="ko-KR" sz="2600" dirty="0"/>
              <a:t>$ locate</a:t>
            </a:r>
            <a:r>
              <a:rPr lang="ko-KR" altLang="en-US" sz="2600" dirty="0"/>
              <a:t> </a:t>
            </a:r>
            <a:r>
              <a:rPr lang="en-US" altLang="ko-KR" sz="2600" dirty="0" err="1"/>
              <a:t>aircrack</a:t>
            </a:r>
            <a:r>
              <a:rPr lang="en-US" altLang="ko-KR" sz="2600" dirty="0"/>
              <a:t>-ng  -&gt; </a:t>
            </a:r>
            <a:r>
              <a:rPr lang="ko-KR" altLang="en-US" sz="2600" dirty="0"/>
              <a:t>찾고자 하는 것의 위치를 보여주기</a:t>
            </a:r>
            <a:endParaRPr lang="en-US" altLang="ko-KR" sz="2600" dirty="0"/>
          </a:p>
          <a:p>
            <a:r>
              <a:rPr lang="en-US" altLang="ko-KR" sz="2600" dirty="0"/>
              <a:t>$ </a:t>
            </a:r>
            <a:r>
              <a:rPr lang="en-US" altLang="ko-KR" sz="2600" dirty="0" err="1"/>
              <a:t>whereis</a:t>
            </a:r>
            <a:r>
              <a:rPr lang="ko-KR" altLang="en-US" sz="2600" dirty="0"/>
              <a:t> </a:t>
            </a:r>
            <a:r>
              <a:rPr lang="en-US" altLang="ko-KR" sz="2600" dirty="0" err="1"/>
              <a:t>aircrack</a:t>
            </a:r>
            <a:r>
              <a:rPr lang="en-US" altLang="ko-KR" sz="2600" dirty="0"/>
              <a:t>-ng</a:t>
            </a:r>
            <a:r>
              <a:rPr lang="ko-KR" altLang="en-US" sz="2600" dirty="0"/>
              <a:t> </a:t>
            </a:r>
            <a:r>
              <a:rPr lang="en-US" altLang="ko-KR" sz="2600" dirty="0"/>
              <a:t>-&gt;</a:t>
            </a:r>
            <a:r>
              <a:rPr lang="ko-KR" altLang="en-US" sz="2600" dirty="0"/>
              <a:t> 바이너리가 있는 위치 보여주기</a:t>
            </a:r>
            <a:endParaRPr lang="en-US" altLang="ko-KR" sz="2600" dirty="0"/>
          </a:p>
          <a:p>
            <a:r>
              <a:rPr lang="en-US" altLang="ko-KR" sz="2600" dirty="0"/>
              <a:t>$ which </a:t>
            </a:r>
            <a:r>
              <a:rPr lang="en-US" altLang="ko-KR" sz="2600" dirty="0" err="1"/>
              <a:t>aircrak</a:t>
            </a:r>
            <a:r>
              <a:rPr lang="en-US" altLang="ko-KR" sz="2600" dirty="0"/>
              <a:t>-ng -&gt; PATH</a:t>
            </a:r>
            <a:r>
              <a:rPr lang="ko-KR" altLang="en-US" sz="2600" dirty="0"/>
              <a:t>에 있는 바이너리 파일 위치 보여주기</a:t>
            </a:r>
            <a:endParaRPr lang="en-US" altLang="ko-KR" sz="2600" dirty="0"/>
          </a:p>
          <a:p>
            <a:r>
              <a:rPr lang="en-US" altLang="ko-KR" sz="2600" dirty="0"/>
              <a:t>$ find / type f –name apache2 -&gt;find</a:t>
            </a:r>
            <a:r>
              <a:rPr lang="ko-KR" altLang="en-US" sz="2600" dirty="0"/>
              <a:t> </a:t>
            </a:r>
            <a:r>
              <a:rPr lang="en-US" altLang="ko-KR" sz="2600" dirty="0"/>
              <a:t>directory</a:t>
            </a:r>
            <a:r>
              <a:rPr lang="ko-KR" altLang="en-US" sz="2600" dirty="0"/>
              <a:t> </a:t>
            </a:r>
            <a:r>
              <a:rPr lang="en-US" altLang="ko-KR" sz="2600" dirty="0"/>
              <a:t>options</a:t>
            </a:r>
            <a:r>
              <a:rPr lang="ko-KR" altLang="en-US" sz="2600" dirty="0"/>
              <a:t> </a:t>
            </a:r>
            <a:r>
              <a:rPr lang="en-US" altLang="ko-KR" sz="2600" dirty="0"/>
              <a:t>expression</a:t>
            </a:r>
          </a:p>
          <a:p>
            <a:r>
              <a:rPr lang="en-US" altLang="ko-KR" sz="2600" dirty="0"/>
              <a:t>$ find /</a:t>
            </a:r>
            <a:r>
              <a:rPr lang="en-US" altLang="ko-KR" sz="2600" dirty="0" err="1"/>
              <a:t>etc</a:t>
            </a:r>
            <a:r>
              <a:rPr lang="en-US" altLang="ko-KR" sz="2600" dirty="0"/>
              <a:t> –type f –name apache2 -&gt; /</a:t>
            </a:r>
            <a:r>
              <a:rPr lang="en-US" altLang="ko-KR" sz="2600" dirty="0" err="1"/>
              <a:t>etc</a:t>
            </a:r>
            <a:r>
              <a:rPr lang="ko-KR" altLang="en-US" sz="2600" dirty="0"/>
              <a:t>에서 찾는다</a:t>
            </a:r>
            <a:r>
              <a:rPr lang="en-US" altLang="ko-KR" sz="2600" dirty="0"/>
              <a:t>.</a:t>
            </a:r>
          </a:p>
          <a:p>
            <a:r>
              <a:rPr lang="en-US" altLang="ko-KR" sz="2600" dirty="0"/>
              <a:t>$ find</a:t>
            </a:r>
            <a:r>
              <a:rPr lang="ko-KR" altLang="en-US" sz="2600" dirty="0"/>
              <a:t> </a:t>
            </a:r>
            <a:r>
              <a:rPr lang="en-US" altLang="ko-KR" sz="2600" dirty="0"/>
              <a:t>/</a:t>
            </a:r>
            <a:r>
              <a:rPr lang="en-US" altLang="ko-KR" sz="2600" dirty="0" err="1"/>
              <a:t>etc</a:t>
            </a:r>
            <a:r>
              <a:rPr lang="ko-KR" altLang="en-US" sz="2600" dirty="0"/>
              <a:t> </a:t>
            </a:r>
            <a:r>
              <a:rPr lang="en-US" altLang="ko-KR" sz="2600" dirty="0"/>
              <a:t>–type</a:t>
            </a:r>
            <a:r>
              <a:rPr lang="ko-KR" altLang="en-US" sz="2600" dirty="0"/>
              <a:t> </a:t>
            </a:r>
            <a:r>
              <a:rPr lang="en-US" altLang="ko-KR" sz="2600" dirty="0"/>
              <a:t>f</a:t>
            </a:r>
            <a:r>
              <a:rPr lang="ko-KR" altLang="en-US" sz="2600" dirty="0"/>
              <a:t> </a:t>
            </a:r>
            <a:r>
              <a:rPr lang="en-US" altLang="ko-KR" sz="2600" dirty="0"/>
              <a:t>–name</a:t>
            </a:r>
            <a:r>
              <a:rPr lang="ko-KR" altLang="en-US" sz="2600" dirty="0"/>
              <a:t> </a:t>
            </a:r>
            <a:r>
              <a:rPr lang="en-US" altLang="ko-KR" sz="2600" dirty="0"/>
              <a:t>apache2.*</a:t>
            </a:r>
            <a:r>
              <a:rPr lang="ko-KR" altLang="en-US" sz="2600" dirty="0"/>
              <a:t>  </a:t>
            </a:r>
            <a:r>
              <a:rPr lang="en-US" altLang="ko-KR" sz="2600" dirty="0"/>
              <a:t>-&gt;</a:t>
            </a:r>
            <a:r>
              <a:rPr lang="ko-KR" altLang="en-US" sz="2600" dirty="0"/>
              <a:t> 와일드 카드</a:t>
            </a:r>
            <a:r>
              <a:rPr lang="en-US" altLang="ko-KR" sz="2600" dirty="0"/>
              <a:t>(*, ?, [ ])</a:t>
            </a:r>
            <a:r>
              <a:rPr lang="ko-KR" altLang="en-US" sz="2600" dirty="0"/>
              <a:t> </a:t>
            </a:r>
            <a:endParaRPr lang="en-US" altLang="ko-KR" sz="2600" dirty="0"/>
          </a:p>
          <a:p>
            <a:r>
              <a:rPr lang="en-US" altLang="ko-KR" sz="2600" dirty="0"/>
              <a:t>$ </a:t>
            </a:r>
            <a:r>
              <a:rPr lang="en-US" altLang="ko-KR" sz="2600" dirty="0" err="1"/>
              <a:t>ps</a:t>
            </a:r>
            <a:r>
              <a:rPr lang="ko-KR" altLang="en-US" sz="2600" dirty="0"/>
              <a:t> </a:t>
            </a:r>
            <a:r>
              <a:rPr lang="en-US" altLang="ko-KR" sz="2600" dirty="0"/>
              <a:t>aux</a:t>
            </a:r>
            <a:r>
              <a:rPr lang="ko-KR" altLang="en-US" sz="2600" dirty="0"/>
              <a:t>  </a:t>
            </a:r>
            <a:r>
              <a:rPr lang="en-US" altLang="ko-KR" sz="2600" dirty="0"/>
              <a:t>-&gt;</a:t>
            </a:r>
            <a:r>
              <a:rPr lang="ko-KR" altLang="en-US" sz="2600" dirty="0"/>
              <a:t> 현재 실행 중인 프로세스 </a:t>
            </a:r>
            <a:r>
              <a:rPr lang="ko-KR" altLang="en-US" sz="2600" dirty="0" err="1"/>
              <a:t>리스팅</a:t>
            </a:r>
            <a:endParaRPr lang="ko-KR" altLang="en-US" sz="2600" dirty="0"/>
          </a:p>
        </p:txBody>
      </p:sp>
    </p:spTree>
    <p:extLst>
      <p:ext uri="{BB962C8B-B14F-4D97-AF65-F5344CB8AC3E}">
        <p14:creationId xmlns:p14="http://schemas.microsoft.com/office/powerpoint/2010/main" val="779235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B5C5D7-CB73-6003-52A2-389C91975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기본 명령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CFE3E8-CD79-821B-9648-9CD4EDB7A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600" dirty="0"/>
              <a:t>$ </a:t>
            </a:r>
            <a:r>
              <a:rPr lang="en-US" altLang="ko-KR" sz="2600" dirty="0" err="1"/>
              <a:t>ps</a:t>
            </a:r>
            <a:r>
              <a:rPr lang="en-US" altLang="ko-KR" sz="2600" dirty="0"/>
              <a:t> aux | grep apache2   -&gt; </a:t>
            </a:r>
            <a:r>
              <a:rPr lang="ko-KR" altLang="en-US" sz="2600" dirty="0"/>
              <a:t>파이프로 출력 필터링</a:t>
            </a:r>
            <a:endParaRPr lang="en-US" altLang="ko-KR" sz="2600" dirty="0"/>
          </a:p>
          <a:p>
            <a:r>
              <a:rPr lang="en-US" altLang="ko-KR" sz="2600" dirty="0"/>
              <a:t>$ cat</a:t>
            </a:r>
            <a:r>
              <a:rPr lang="ko-KR" altLang="en-US" sz="2600" dirty="0"/>
              <a:t> </a:t>
            </a:r>
            <a:r>
              <a:rPr lang="en-US" altLang="ko-KR" sz="2600" dirty="0"/>
              <a:t>&gt;</a:t>
            </a:r>
            <a:r>
              <a:rPr lang="ko-KR" altLang="en-US" sz="2600" dirty="0"/>
              <a:t> </a:t>
            </a:r>
            <a:r>
              <a:rPr lang="en-US" altLang="ko-KR" sz="2600" dirty="0" err="1"/>
              <a:t>hackingskills</a:t>
            </a:r>
            <a:r>
              <a:rPr lang="en-US" altLang="ko-KR" sz="2600" dirty="0"/>
              <a:t>  -&gt; </a:t>
            </a:r>
            <a:r>
              <a:rPr lang="ko-KR" altLang="en-US" sz="2600" dirty="0" err="1"/>
              <a:t>리다이렉트로</a:t>
            </a:r>
            <a:r>
              <a:rPr lang="ko-KR" altLang="en-US" sz="2600" dirty="0"/>
              <a:t> 파일 생성</a:t>
            </a:r>
            <a:endParaRPr lang="en-US" altLang="ko-KR" sz="2600" dirty="0"/>
          </a:p>
          <a:p>
            <a:pPr marL="0" indent="0">
              <a:buNone/>
            </a:pPr>
            <a:r>
              <a:rPr lang="en-US" altLang="ko-KR" sz="2600" dirty="0"/>
              <a:t>Hacking is the most valuable skill set of the 21</a:t>
            </a:r>
            <a:r>
              <a:rPr lang="en-US" altLang="ko-KR" sz="2600" baseline="30000" dirty="0"/>
              <a:t>st</a:t>
            </a:r>
            <a:r>
              <a:rPr lang="en-US" altLang="ko-KR" sz="2600" dirty="0"/>
              <a:t> century!</a:t>
            </a:r>
          </a:p>
          <a:p>
            <a:pPr marL="0" indent="0">
              <a:buNone/>
            </a:pPr>
            <a:r>
              <a:rPr lang="en-US" altLang="ko-KR" sz="2600" dirty="0"/>
              <a:t>^D</a:t>
            </a:r>
          </a:p>
          <a:p>
            <a:r>
              <a:rPr lang="en-US" altLang="ko-KR" sz="2600" dirty="0"/>
              <a:t>$ cat </a:t>
            </a:r>
            <a:r>
              <a:rPr lang="en-US" altLang="ko-KR" sz="2600" dirty="0" err="1"/>
              <a:t>hackingskills</a:t>
            </a:r>
            <a:endParaRPr lang="en-US" altLang="ko-KR" sz="2600" dirty="0"/>
          </a:p>
          <a:p>
            <a:pPr marL="0" indent="0">
              <a:buNone/>
            </a:pPr>
            <a:r>
              <a:rPr lang="ko-KR" altLang="en-US" sz="2600" dirty="0"/>
              <a:t>  </a:t>
            </a:r>
            <a:r>
              <a:rPr lang="en-US" altLang="ko-KR" sz="2600" dirty="0"/>
              <a:t>Hacking is the most valuable skill set of the 21</a:t>
            </a:r>
            <a:r>
              <a:rPr lang="en-US" altLang="ko-KR" sz="2600" baseline="30000" dirty="0"/>
              <a:t>st</a:t>
            </a:r>
            <a:r>
              <a:rPr lang="en-US" altLang="ko-KR" sz="2600" dirty="0"/>
              <a:t> century!</a:t>
            </a:r>
          </a:p>
          <a:p>
            <a:r>
              <a:rPr lang="en-US" altLang="ko-KR" sz="2600" dirty="0"/>
              <a:t>$ cat &gt;&gt; </a:t>
            </a:r>
            <a:r>
              <a:rPr lang="en-US" altLang="ko-KR" sz="2600" dirty="0" err="1"/>
              <a:t>hackingskills</a:t>
            </a:r>
            <a:endParaRPr lang="en-US" altLang="ko-KR" sz="2600" dirty="0"/>
          </a:p>
          <a:p>
            <a:pPr marL="0" indent="0">
              <a:buNone/>
            </a:pPr>
            <a:r>
              <a:rPr lang="en-US" altLang="ko-KR" sz="2600" dirty="0"/>
              <a:t>Everyone should learn hacking</a:t>
            </a:r>
          </a:p>
          <a:p>
            <a:pPr marL="0" indent="0">
              <a:buNone/>
            </a:pPr>
            <a:r>
              <a:rPr lang="en-US" altLang="ko-KR" sz="2600" dirty="0"/>
              <a:t>^D</a:t>
            </a:r>
            <a:endParaRPr lang="ko-KR" altLang="en-US" sz="2600" dirty="0"/>
          </a:p>
        </p:txBody>
      </p:sp>
    </p:spTree>
    <p:extLst>
      <p:ext uri="{BB962C8B-B14F-4D97-AF65-F5344CB8AC3E}">
        <p14:creationId xmlns:p14="http://schemas.microsoft.com/office/powerpoint/2010/main" val="2219757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86B184-320C-B41B-A911-937A6E883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기본 명령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E92F3B-30C4-9D30-942E-7267CAE2E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600" dirty="0"/>
              <a:t>$ cat </a:t>
            </a:r>
            <a:r>
              <a:rPr lang="en-US" altLang="ko-KR" sz="2600" dirty="0" err="1"/>
              <a:t>hackingskills</a:t>
            </a:r>
            <a:endParaRPr lang="en-US" altLang="ko-KR" sz="2600" dirty="0"/>
          </a:p>
          <a:p>
            <a:pPr marL="0" indent="0">
              <a:buNone/>
            </a:pPr>
            <a:r>
              <a:rPr lang="en-US" altLang="ko-KR" sz="2600" dirty="0"/>
              <a:t>Hacking is the most valuable skill set if the 21</a:t>
            </a:r>
            <a:r>
              <a:rPr lang="en-US" altLang="ko-KR" sz="2600" baseline="30000" dirty="0"/>
              <a:t>st</a:t>
            </a:r>
            <a:r>
              <a:rPr lang="en-US" altLang="ko-KR" sz="2600" dirty="0"/>
              <a:t> century!</a:t>
            </a:r>
          </a:p>
          <a:p>
            <a:pPr marL="0" indent="0">
              <a:buNone/>
            </a:pPr>
            <a:r>
              <a:rPr lang="en-US" altLang="ko-KR" sz="2600" dirty="0"/>
              <a:t>Everyone should learn hacking</a:t>
            </a:r>
          </a:p>
          <a:p>
            <a:r>
              <a:rPr lang="en-US" altLang="ko-KR" sz="2600" dirty="0"/>
              <a:t>$ cat &gt; </a:t>
            </a:r>
            <a:r>
              <a:rPr lang="en-US" altLang="ko-KR" sz="2600" dirty="0" err="1"/>
              <a:t>hackingskills</a:t>
            </a:r>
            <a:endParaRPr lang="en-US" altLang="ko-KR" sz="2600" dirty="0"/>
          </a:p>
          <a:p>
            <a:pPr marL="0" indent="0">
              <a:buNone/>
            </a:pPr>
            <a:r>
              <a:rPr lang="en-US" altLang="ko-KR" sz="2600" dirty="0"/>
              <a:t>Everyone in IT security without hacking skills is in the dark</a:t>
            </a:r>
          </a:p>
          <a:p>
            <a:pPr marL="0" indent="0">
              <a:buNone/>
            </a:pPr>
            <a:r>
              <a:rPr lang="en-US" altLang="ko-KR" sz="2600" dirty="0"/>
              <a:t>^D</a:t>
            </a:r>
          </a:p>
          <a:p>
            <a:r>
              <a:rPr lang="en-US" altLang="ko-KR" sz="2600" dirty="0"/>
              <a:t>$ cat </a:t>
            </a:r>
            <a:r>
              <a:rPr lang="en-US" altLang="ko-KR" sz="2600" dirty="0" err="1"/>
              <a:t>hackingskills</a:t>
            </a:r>
            <a:endParaRPr lang="en-US" altLang="ko-KR" sz="2600" dirty="0"/>
          </a:p>
          <a:p>
            <a:pPr marL="0" indent="0">
              <a:buNone/>
            </a:pPr>
            <a:r>
              <a:rPr lang="en-US" altLang="ko-KR" sz="2600" dirty="0"/>
              <a:t>Everyone in IT security without hacking skills is in the dark</a:t>
            </a:r>
          </a:p>
          <a:p>
            <a:r>
              <a:rPr lang="en-US" altLang="ko-KR" sz="2600" dirty="0"/>
              <a:t>$ touch </a:t>
            </a:r>
            <a:r>
              <a:rPr lang="en-US" altLang="ko-KR" sz="2600" dirty="0" err="1"/>
              <a:t>newfile</a:t>
            </a:r>
            <a:r>
              <a:rPr lang="en-US" altLang="ko-KR" sz="2600" dirty="0"/>
              <a:t> -&gt; </a:t>
            </a:r>
            <a:r>
              <a:rPr lang="ko-KR" altLang="en-US" sz="2600" dirty="0"/>
              <a:t>파일 생성</a:t>
            </a:r>
          </a:p>
        </p:txBody>
      </p:sp>
    </p:spTree>
    <p:extLst>
      <p:ext uri="{BB962C8B-B14F-4D97-AF65-F5344CB8AC3E}">
        <p14:creationId xmlns:p14="http://schemas.microsoft.com/office/powerpoint/2010/main" val="823613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FC95F9-2133-FFC0-BF9F-B75CADCB2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기본 명령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8A5D87-1E1A-F84E-DE1E-F294D676A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600" dirty="0"/>
              <a:t>$ </a:t>
            </a:r>
            <a:r>
              <a:rPr lang="en-US" altLang="ko-KR" sz="2600" dirty="0" err="1"/>
              <a:t>mkdir</a:t>
            </a:r>
            <a:r>
              <a:rPr lang="ko-KR" altLang="en-US" sz="2600" dirty="0"/>
              <a:t>  </a:t>
            </a:r>
            <a:r>
              <a:rPr lang="en-US" altLang="ko-KR" sz="2600" dirty="0" err="1"/>
              <a:t>newdirectory</a:t>
            </a:r>
            <a:r>
              <a:rPr lang="en-US" altLang="ko-KR" sz="2600" dirty="0"/>
              <a:t>  -&gt; </a:t>
            </a:r>
            <a:r>
              <a:rPr lang="ko-KR" altLang="en-US" sz="2600" dirty="0"/>
              <a:t>디렉토리 생성</a:t>
            </a:r>
            <a:endParaRPr lang="en-US" altLang="ko-KR" sz="2600" dirty="0"/>
          </a:p>
          <a:p>
            <a:r>
              <a:rPr lang="en-US" altLang="ko-KR" sz="2600" dirty="0"/>
              <a:t>$ cd</a:t>
            </a:r>
            <a:r>
              <a:rPr lang="ko-KR" altLang="en-US" sz="2600" dirty="0"/>
              <a:t> </a:t>
            </a:r>
            <a:r>
              <a:rPr lang="en-US" altLang="ko-KR" sz="2600" dirty="0" err="1"/>
              <a:t>newdirectory</a:t>
            </a:r>
            <a:r>
              <a:rPr lang="ko-KR" altLang="en-US" sz="2600" dirty="0"/>
              <a:t>  </a:t>
            </a:r>
            <a:r>
              <a:rPr lang="en-US" altLang="ko-KR" sz="2600" dirty="0"/>
              <a:t>-&gt;</a:t>
            </a:r>
            <a:r>
              <a:rPr lang="ko-KR" altLang="en-US" sz="2600" dirty="0"/>
              <a:t> 새로 생성된 디렉토리로 이동</a:t>
            </a:r>
            <a:endParaRPr lang="en-US" altLang="ko-KR" sz="2600" dirty="0"/>
          </a:p>
          <a:p>
            <a:r>
              <a:rPr lang="en-US" altLang="ko-KR" sz="2600" dirty="0"/>
              <a:t>$ touch</a:t>
            </a:r>
            <a:r>
              <a:rPr lang="ko-KR" altLang="en-US" sz="2600" dirty="0"/>
              <a:t> </a:t>
            </a:r>
            <a:r>
              <a:rPr lang="en-US" altLang="ko-KR" sz="2600" dirty="0" err="1"/>
              <a:t>oldfile</a:t>
            </a:r>
            <a:endParaRPr lang="en-US" altLang="ko-KR" sz="2600" dirty="0"/>
          </a:p>
          <a:p>
            <a:r>
              <a:rPr lang="en-US" altLang="ko-KR" sz="2600" dirty="0"/>
              <a:t>$ cp </a:t>
            </a:r>
            <a:r>
              <a:rPr lang="en-US" altLang="ko-KR" sz="2600" dirty="0" err="1"/>
              <a:t>oldfile</a:t>
            </a:r>
            <a:r>
              <a:rPr lang="en-US" altLang="ko-KR" sz="2600" dirty="0"/>
              <a:t> /home/kali/</a:t>
            </a:r>
            <a:r>
              <a:rPr lang="en-US" altLang="ko-KR" sz="2600" dirty="0" err="1"/>
              <a:t>newdirectory</a:t>
            </a:r>
            <a:r>
              <a:rPr lang="en-US" altLang="ko-KR" sz="2600" dirty="0"/>
              <a:t>/</a:t>
            </a:r>
            <a:r>
              <a:rPr lang="en-US" altLang="ko-KR" sz="2600" dirty="0" err="1"/>
              <a:t>newfile</a:t>
            </a:r>
            <a:r>
              <a:rPr lang="en-US" altLang="ko-KR" sz="2600" dirty="0"/>
              <a:t>  -&gt; </a:t>
            </a:r>
            <a:r>
              <a:rPr lang="ko-KR" altLang="en-US" sz="2600" dirty="0"/>
              <a:t>다른 이름으로 </a:t>
            </a:r>
            <a:r>
              <a:rPr lang="ko-KR" altLang="en-US" sz="2600" dirty="0" err="1"/>
              <a:t>ㅍ파일</a:t>
            </a:r>
            <a:r>
              <a:rPr lang="ko-KR" altLang="en-US" sz="2600" dirty="0"/>
              <a:t> 복사</a:t>
            </a:r>
            <a:endParaRPr lang="en-US" altLang="ko-KR" sz="2600" dirty="0"/>
          </a:p>
          <a:p>
            <a:r>
              <a:rPr lang="en-US" altLang="ko-KR" sz="2600" dirty="0"/>
              <a:t>$</a:t>
            </a:r>
            <a:r>
              <a:rPr lang="ko-KR" altLang="en-US" sz="2600" dirty="0"/>
              <a:t> </a:t>
            </a:r>
            <a:r>
              <a:rPr lang="en-US" altLang="ko-KR" sz="2600" dirty="0"/>
              <a:t>mv</a:t>
            </a:r>
            <a:r>
              <a:rPr lang="ko-KR" altLang="en-US" sz="2600" dirty="0"/>
              <a:t> </a:t>
            </a:r>
            <a:r>
              <a:rPr lang="en-US" altLang="ko-KR" sz="2600" dirty="0" err="1"/>
              <a:t>newfile</a:t>
            </a:r>
            <a:r>
              <a:rPr lang="ko-KR" altLang="en-US" sz="2600" dirty="0"/>
              <a:t> </a:t>
            </a:r>
            <a:r>
              <a:rPr lang="en-US" altLang="ko-KR" sz="2600" dirty="0"/>
              <a:t>newfile2</a:t>
            </a:r>
            <a:r>
              <a:rPr lang="ko-KR" altLang="en-US" sz="2600" dirty="0"/>
              <a:t>   </a:t>
            </a:r>
            <a:r>
              <a:rPr lang="en-US" altLang="ko-KR" sz="2600" dirty="0"/>
              <a:t>-&gt;</a:t>
            </a:r>
            <a:r>
              <a:rPr lang="ko-KR" altLang="en-US" sz="2600" dirty="0"/>
              <a:t> 파일 이름 변경</a:t>
            </a:r>
            <a:endParaRPr lang="en-US" altLang="ko-KR" sz="2600" dirty="0"/>
          </a:p>
          <a:p>
            <a:r>
              <a:rPr lang="en-US" altLang="ko-KR" sz="2600" dirty="0"/>
              <a:t>$ rm</a:t>
            </a:r>
            <a:r>
              <a:rPr lang="ko-KR" altLang="en-US" sz="2600" dirty="0"/>
              <a:t> </a:t>
            </a:r>
            <a:r>
              <a:rPr lang="en-US" altLang="ko-KR" sz="2600" dirty="0"/>
              <a:t>newfile2   -&gt; </a:t>
            </a:r>
            <a:r>
              <a:rPr lang="ko-KR" altLang="en-US" sz="2600" dirty="0"/>
              <a:t>파일 삭제</a:t>
            </a:r>
            <a:endParaRPr lang="en-US" altLang="ko-KR" sz="2600" dirty="0"/>
          </a:p>
          <a:p>
            <a:r>
              <a:rPr lang="en-US" altLang="ko-KR" sz="2600" dirty="0"/>
              <a:t>$ </a:t>
            </a:r>
            <a:r>
              <a:rPr lang="en-US" altLang="ko-KR" sz="2600" dirty="0" err="1"/>
              <a:t>rmdir</a:t>
            </a:r>
            <a:r>
              <a:rPr lang="ko-KR" altLang="en-US" sz="2600" dirty="0"/>
              <a:t> </a:t>
            </a:r>
            <a:r>
              <a:rPr lang="en-US" altLang="ko-KR" sz="2600" dirty="0" err="1"/>
              <a:t>newdirectory</a:t>
            </a:r>
            <a:r>
              <a:rPr lang="ko-KR" altLang="en-US" sz="2600" dirty="0"/>
              <a:t>  </a:t>
            </a:r>
            <a:r>
              <a:rPr lang="en-US" altLang="ko-KR" sz="2600" dirty="0"/>
              <a:t>-&gt;</a:t>
            </a:r>
            <a:r>
              <a:rPr lang="ko-KR" altLang="en-US" sz="2600" dirty="0"/>
              <a:t> 디렉토리 삭제</a:t>
            </a:r>
            <a:endParaRPr lang="en-US" altLang="ko-KR" sz="2600" dirty="0"/>
          </a:p>
          <a:p>
            <a:pPr marL="0" indent="0">
              <a:buNone/>
            </a:pPr>
            <a:r>
              <a:rPr lang="en-US" altLang="ko-KR" sz="2600" dirty="0" err="1"/>
              <a:t>Rmdir:failed</a:t>
            </a:r>
            <a:r>
              <a:rPr lang="en-US" altLang="ko-KR" sz="2600" dirty="0"/>
              <a:t> t remove ‘</a:t>
            </a:r>
            <a:r>
              <a:rPr lang="en-US" altLang="ko-KR" sz="2600" dirty="0" err="1"/>
              <a:t>newdirectory</a:t>
            </a:r>
            <a:r>
              <a:rPr lang="en-US" altLang="ko-KR" sz="2600" dirty="0"/>
              <a:t>’: Directory not empty</a:t>
            </a:r>
          </a:p>
          <a:p>
            <a:endParaRPr lang="ko-KR" altLang="en-US" sz="2600" dirty="0"/>
          </a:p>
        </p:txBody>
      </p:sp>
    </p:spTree>
    <p:extLst>
      <p:ext uri="{BB962C8B-B14F-4D97-AF65-F5344CB8AC3E}">
        <p14:creationId xmlns:p14="http://schemas.microsoft.com/office/powerpoint/2010/main" val="3619831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E9A4A3-8DE2-CB1F-60E3-C5F7D1553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기본 명령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8152B4-4A05-8D31-3589-760CECD54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600" dirty="0"/>
              <a:t>$ rm</a:t>
            </a:r>
            <a:r>
              <a:rPr lang="ko-KR" altLang="en-US" sz="2600" dirty="0"/>
              <a:t> </a:t>
            </a:r>
            <a:r>
              <a:rPr lang="en-US" altLang="ko-KR" sz="2600" dirty="0"/>
              <a:t>–r </a:t>
            </a:r>
            <a:r>
              <a:rPr lang="en-US" altLang="ko-KR" sz="2600" dirty="0" err="1"/>
              <a:t>newdirectory</a:t>
            </a:r>
            <a:r>
              <a:rPr lang="en-US" altLang="ko-KR" sz="2600" dirty="0"/>
              <a:t>  -&gt; </a:t>
            </a:r>
            <a:r>
              <a:rPr lang="ko-KR" altLang="en-US" sz="2600" dirty="0"/>
              <a:t>디렉토리 전체 삭제</a:t>
            </a:r>
            <a:endParaRPr lang="en-US" altLang="ko-KR" sz="2600"/>
          </a:p>
          <a:p>
            <a:endParaRPr lang="ko-KR" altLang="en-US" sz="2600" dirty="0"/>
          </a:p>
        </p:txBody>
      </p:sp>
    </p:spTree>
    <p:extLst>
      <p:ext uri="{BB962C8B-B14F-4D97-AF65-F5344CB8AC3E}">
        <p14:creationId xmlns:p14="http://schemas.microsoft.com/office/powerpoint/2010/main" val="105905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433</Words>
  <Application>Microsoft Office PowerPoint</Application>
  <PresentationFormat>와이드스크린</PresentationFormat>
  <Paragraphs>62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Kali Linux</vt:lpstr>
      <vt:lpstr>설치</vt:lpstr>
      <vt:lpstr>리눅스 기본 명령</vt:lpstr>
      <vt:lpstr>리눅스 기본 명령</vt:lpstr>
      <vt:lpstr>리눅스 기본 명령</vt:lpstr>
      <vt:lpstr>리눅스 기본 명령</vt:lpstr>
      <vt:lpstr>리눅스 기본 명령</vt:lpstr>
      <vt:lpstr>리눅스 기본 명령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Luke Cheong</dc:creator>
  <cp:lastModifiedBy>Luke Cheong</cp:lastModifiedBy>
  <cp:revision>4</cp:revision>
  <dcterms:created xsi:type="dcterms:W3CDTF">2025-06-30T14:55:32Z</dcterms:created>
  <dcterms:modified xsi:type="dcterms:W3CDTF">2025-06-30T15:12:25Z</dcterms:modified>
</cp:coreProperties>
</file>