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"/>
  </p:notesMasterIdLst>
  <p:sldIdLst>
    <p:sldId id="256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9" autoAdjust="0"/>
    <p:restoredTop sz="94660"/>
  </p:normalViewPr>
  <p:slideViewPr>
    <p:cSldViewPr snapToGrid="0">
      <p:cViewPr varScale="1">
        <p:scale>
          <a:sx n="99" d="100"/>
          <a:sy n="99" d="100"/>
        </p:scale>
        <p:origin x="9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B7578C-4067-414B-A663-5B83E35B2717}" type="datetimeFigureOut">
              <a:rPr lang="ko-KR" altLang="en-US" smtClean="0"/>
              <a:t>2025-12-12 Fri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829E7E-CBD4-4CB0-85F9-00B9C47E891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234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349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9F855-0080-4DEF-A343-53CC01D1B06E}" type="datetimeFigureOut">
              <a:rPr lang="ko-KR" altLang="en-US" smtClean="0"/>
              <a:t>2025-12-12 Fri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8DA266-4242-4D55-87DD-64CCCD5C5A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5072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9F855-0080-4DEF-A343-53CC01D1B06E}" type="datetimeFigureOut">
              <a:rPr lang="ko-KR" altLang="en-US" smtClean="0"/>
              <a:t>2025-12-12 Fri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8DA266-4242-4D55-87DD-64CCCD5C5A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8407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9F855-0080-4DEF-A343-53CC01D1B06E}" type="datetimeFigureOut">
              <a:rPr lang="ko-KR" altLang="en-US" smtClean="0"/>
              <a:t>2025-12-12 Fri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8DA266-4242-4D55-87DD-64CCCD5C5A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0104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9F855-0080-4DEF-A343-53CC01D1B06E}" type="datetimeFigureOut">
              <a:rPr lang="ko-KR" altLang="en-US" smtClean="0"/>
              <a:t>2025-12-12 Fri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8DA266-4242-4D55-87DD-64CCCD5C5A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54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9F855-0080-4DEF-A343-53CC01D1B06E}" type="datetimeFigureOut">
              <a:rPr lang="ko-KR" altLang="en-US" smtClean="0"/>
              <a:t>2025-12-12 Fri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8DA266-4242-4D55-87DD-64CCCD5C5A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9594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9F855-0080-4DEF-A343-53CC01D1B06E}" type="datetimeFigureOut">
              <a:rPr lang="ko-KR" altLang="en-US" smtClean="0"/>
              <a:t>2025-12-12 Fri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8DA266-4242-4D55-87DD-64CCCD5C5A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4464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9F855-0080-4DEF-A343-53CC01D1B06E}" type="datetimeFigureOut">
              <a:rPr lang="ko-KR" altLang="en-US" smtClean="0"/>
              <a:t>2025-12-12 Fri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8DA266-4242-4D55-87DD-64CCCD5C5A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8447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9F855-0080-4DEF-A343-53CC01D1B06E}" type="datetimeFigureOut">
              <a:rPr lang="ko-KR" altLang="en-US" smtClean="0"/>
              <a:t>2025-12-12 Fri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8DA266-4242-4D55-87DD-64CCCD5C5A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1707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9F855-0080-4DEF-A343-53CC01D1B06E}" type="datetimeFigureOut">
              <a:rPr lang="ko-KR" altLang="en-US" smtClean="0"/>
              <a:t>2025-12-12 Fri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8DA266-4242-4D55-87DD-64CCCD5C5A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5544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9F855-0080-4DEF-A343-53CC01D1B06E}" type="datetimeFigureOut">
              <a:rPr lang="ko-KR" altLang="en-US" smtClean="0"/>
              <a:t>2025-12-12 Fri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8DA266-4242-4D55-87DD-64CCCD5C5A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6667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9F855-0080-4DEF-A343-53CC01D1B06E}" type="datetimeFigureOut">
              <a:rPr lang="ko-KR" altLang="en-US" smtClean="0"/>
              <a:t>2025-12-12 Fri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8DA266-4242-4D55-87DD-64CCCD5C5A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87049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EC686-8429-2E40-81FA-5EC9C4AB3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2C238-9334-5D47-BE46-7DBB933E48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7F1199A-45E4-9E4D-95C0-396A8A9C6F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2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2846C-3DC3-2A4C-84E1-3E3C50231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4027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32235DD-B99A-7744-92BB-36CB49B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1717D89-2D64-4E49-A8B8-D7B9326607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9835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48D4C-6954-CC4D-A491-4B78BF54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E2032-3F11-1945-8A1D-25EC80CF91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CF1CB-5DBA-8B49-A839-F079E4BF43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E873D4E-4EDA-1349-AB14-5DC995BFC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4342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B102D-EC4F-B64D-BB0A-3CBBCEE2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0DCD8E0-36D6-2D43-9C3A-92DC921E1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47136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9F855-0080-4DEF-A343-53CC01D1B06E}" type="datetimeFigureOut">
              <a:rPr lang="ko-KR" altLang="en-US" smtClean="0"/>
              <a:t>2025-12-12 Fri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8DA266-4242-4D55-87DD-64CCCD5C5A8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99595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6D5FD2-E0BC-9B4A-8B69-BFD8F956C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821"/>
            <a:ext cx="10515600" cy="8946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987CFD-1EF3-634C-B854-216A26AC2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C6EBB-9D5E-E84A-9BCA-EA7E05FD1C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Introduction: 1-</a:t>
            </a:r>
            <a:fld id="{C4204591-24BD-A542-B9D5-F8D8A88D2FE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244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0000A3"/>
          </a:solidFill>
          <a:latin typeface="+mn-lt"/>
          <a:ea typeface="+mj-ea"/>
          <a:cs typeface="+mj-cs"/>
        </a:defRPr>
      </a:lvl1pPr>
    </p:titleStyle>
    <p:bodyStyle>
      <a:lvl1pPr marL="352425" indent="-222250" algn="l" defTabSz="914400" rtl="0" eaLnBrk="1" latinLnBrk="0" hangingPunct="1">
        <a:lnSpc>
          <a:spcPct val="90000"/>
        </a:lnSpc>
        <a:spcBef>
          <a:spcPts val="1000"/>
        </a:spcBef>
        <a:buClr>
          <a:srgbClr val="0000A3"/>
        </a:buClr>
        <a:buFont typeface="Wingdings" pitchFamily="2" charset="2"/>
        <a:buChar char="§"/>
        <a:tabLst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95325" indent="-231775" algn="l" defTabSz="914400" rtl="0" eaLnBrk="1" latinLnBrk="0" hangingPunct="1">
        <a:lnSpc>
          <a:spcPct val="90000"/>
        </a:lnSpc>
        <a:spcBef>
          <a:spcPts val="500"/>
        </a:spcBef>
        <a:buClr>
          <a:srgbClr val="0000A8"/>
        </a:buClr>
        <a:buFont typeface="Arial" panose="020B0604020202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HW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2025/12/15</a:t>
            </a:r>
            <a:r>
              <a:rPr lang="ko-KR" altLang="en-US" dirty="0" smtClean="0"/>
              <a:t>일 까지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5002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CD900-19EC-824C-BF74-AADFBF5A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222"/>
            <a:ext cx="10515600" cy="894622"/>
          </a:xfrm>
        </p:spPr>
        <p:txBody>
          <a:bodyPr>
            <a:normAutofit/>
          </a:bodyPr>
          <a:lstStyle/>
          <a:p>
            <a:r>
              <a:rPr lang="ko-KR" altLang="en-US" dirty="0" smtClean="0"/>
              <a:t>패킷</a:t>
            </a:r>
            <a:r>
              <a:rPr lang="en-US" altLang="ja-JP" dirty="0" smtClean="0"/>
              <a:t> </a:t>
            </a:r>
            <a:r>
              <a:rPr lang="ko-KR" altLang="en-US" dirty="0" err="1" smtClean="0"/>
              <a:t>스위칭과</a:t>
            </a:r>
            <a:r>
              <a:rPr lang="ko-KR" altLang="en-US" dirty="0" smtClean="0"/>
              <a:t> 회선 교환 비교</a:t>
            </a:r>
            <a:endParaRPr lang="en-US" dirty="0"/>
          </a:p>
        </p:txBody>
      </p:sp>
      <p:sp>
        <p:nvSpPr>
          <p:cNvPr id="189" name="Rectangle 3">
            <a:extLst>
              <a:ext uri="{FF2B5EF4-FFF2-40B4-BE49-F238E27FC236}">
                <a16:creationId xmlns:a16="http://schemas.microsoft.com/office/drawing/2014/main" id="{17C01842-A8D9-3947-BFAD-E29BD4964F34}"/>
              </a:ext>
            </a:extLst>
          </p:cNvPr>
          <p:cNvSpPr txBox="1">
            <a:spLocks noChangeArrowheads="1"/>
          </p:cNvSpPr>
          <p:nvPr/>
        </p:nvSpPr>
        <p:spPr>
          <a:xfrm>
            <a:off x="1798051" y="1331088"/>
            <a:ext cx="4938590" cy="19381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Pct val="75000"/>
              <a:buFont typeface="Wingdings" pitchFamily="2" charset="2"/>
              <a:buNone/>
              <a:tabLst>
                <a:tab pos="566738" algn="l"/>
              </a:tabLst>
              <a:defRPr/>
            </a:pPr>
            <a:r>
              <a:rPr kumimoji="0" lang="ko-KR" altLang="en-US" sz="2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예</a:t>
            </a:r>
            <a:r>
              <a:rPr kumimoji="0" lang="en-US" altLang="en-US" sz="2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: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1 Gb/s link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r>
              <a:rPr kumimoji="0" lang="ko-KR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각 사용자</a:t>
            </a: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: 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514350" marR="0" lvl="1" indent="-217488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8"/>
              </a:buClr>
              <a:buSzTx/>
              <a:buFontTx/>
              <a:buChar char="•"/>
              <a:tabLst>
                <a:tab pos="566738" algn="l"/>
              </a:tabLst>
              <a:defRPr/>
            </a:pPr>
            <a:r>
              <a:rPr kumimoji="0" lang="ko-KR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활성화 </a:t>
            </a:r>
            <a:r>
              <a:rPr lang="ko-KR" altLang="en-US" sz="2000" dirty="0">
                <a:solidFill>
                  <a:prstClr val="black"/>
                </a:solidFill>
                <a:latin typeface="Calibri" panose="020F0502020204030204"/>
                <a:ea typeface="Arial" panose="020B0604020202020204" pitchFamily="34" charset="0"/>
              </a:rPr>
              <a:t>시</a:t>
            </a:r>
            <a:r>
              <a: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100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Mb/s </a:t>
            </a:r>
            <a:endParaRPr kumimoji="0" lang="en-US" altLang="ja-JP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  <a:p>
            <a:pPr marL="514350" marR="0" lvl="1" indent="-217488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A8"/>
              </a:buClr>
              <a:buSzTx/>
              <a:buFontTx/>
              <a:buChar char="•"/>
              <a:tabLst>
                <a:tab pos="566738" algn="l"/>
              </a:tabLst>
              <a:defRPr/>
            </a:pPr>
            <a:r>
              <a:rPr kumimoji="0" lang="ko-KR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전체 시간의</a:t>
            </a:r>
            <a:r>
              <a: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10% </a:t>
            </a:r>
            <a:r>
              <a:rPr kumimoji="0" lang="ko-KR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활성화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566738" marR="0" lvl="1" indent="-2190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>
                <a:tab pos="566738" algn="l"/>
              </a:tabLst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0" name="Rectangle 4">
            <a:extLst>
              <a:ext uri="{FF2B5EF4-FFF2-40B4-BE49-F238E27FC236}">
                <a16:creationId xmlns:a16="http://schemas.microsoft.com/office/drawing/2014/main" id="{7C386600-7D5F-2A48-8322-A74286FEE874}"/>
              </a:ext>
            </a:extLst>
          </p:cNvPr>
          <p:cNvSpPr txBox="1">
            <a:spLocks noChangeArrowheads="1"/>
          </p:cNvSpPr>
          <p:nvPr/>
        </p:nvSpPr>
        <p:spPr>
          <a:xfrm>
            <a:off x="770020" y="3313964"/>
            <a:ext cx="11085095" cy="6096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buNone/>
              <a:defRPr/>
            </a:pP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Q: </a:t>
            </a:r>
            <a:r>
              <a:rPr lang="ko-KR" altLang="en-US" sz="2000" dirty="0" smtClean="0">
                <a:solidFill>
                  <a:prstClr val="black"/>
                </a:solidFill>
                <a:ea typeface="ＭＳ Ｐゴシック" panose="020B0600070205080204" pitchFamily="34" charset="-128"/>
              </a:rPr>
              <a:t>회선 </a:t>
            </a:r>
            <a:r>
              <a:rPr lang="ko-KR" altLang="en-US" sz="2000" dirty="0">
                <a:solidFill>
                  <a:prstClr val="black"/>
                </a:solidFill>
                <a:ea typeface="ＭＳ Ｐゴシック" panose="020B0600070205080204" pitchFamily="34" charset="-128"/>
              </a:rPr>
              <a:t>교환 방식과 패킷 교환 </a:t>
            </a:r>
            <a:r>
              <a:rPr lang="ko-KR" altLang="en-US" sz="2000" dirty="0" smtClean="0">
                <a:solidFill>
                  <a:prstClr val="black"/>
                </a:solidFill>
                <a:ea typeface="ＭＳ Ｐゴシック" panose="020B0600070205080204" pitchFamily="34" charset="-128"/>
              </a:rPr>
              <a:t>방식 각각에서 얼마나 </a:t>
            </a:r>
            <a:r>
              <a:rPr lang="ko-KR" altLang="en-US" sz="2000" dirty="0">
                <a:solidFill>
                  <a:prstClr val="black"/>
                </a:solidFill>
                <a:ea typeface="ＭＳ Ｐゴシック" panose="020B0600070205080204" pitchFamily="34" charset="-128"/>
              </a:rPr>
              <a:t>많은 </a:t>
            </a:r>
            <a:r>
              <a:rPr lang="ko-KR" altLang="en-US" sz="2000" dirty="0" smtClean="0">
                <a:solidFill>
                  <a:prstClr val="black"/>
                </a:solidFill>
                <a:ea typeface="ＭＳ Ｐゴシック" panose="020B0600070205080204" pitchFamily="34" charset="-128"/>
              </a:rPr>
              <a:t>사용자가 이 네트워크를 사용할 수 있는가 </a:t>
            </a: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?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DCB3388-63D6-E94D-A6AC-103823FF44D9}"/>
              </a:ext>
            </a:extLst>
          </p:cNvPr>
          <p:cNvGrpSpPr/>
          <p:nvPr/>
        </p:nvGrpSpPr>
        <p:grpSpPr>
          <a:xfrm>
            <a:off x="5274718" y="1427105"/>
            <a:ext cx="4284372" cy="1665011"/>
            <a:chOff x="6463839" y="2201136"/>
            <a:chExt cx="5112300" cy="2005013"/>
          </a:xfrm>
        </p:grpSpPr>
        <p:sp>
          <p:nvSpPr>
            <p:cNvPr id="191" name="Line 15">
              <a:extLst>
                <a:ext uri="{FF2B5EF4-FFF2-40B4-BE49-F238E27FC236}">
                  <a16:creationId xmlns:a16="http://schemas.microsoft.com/office/drawing/2014/main" id="{8D3CAF60-F994-A546-AAAD-47571FD482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7264" y="2684966"/>
              <a:ext cx="838200" cy="45720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2" name="Line 16">
              <a:extLst>
                <a:ext uri="{FF2B5EF4-FFF2-40B4-BE49-F238E27FC236}">
                  <a16:creationId xmlns:a16="http://schemas.microsoft.com/office/drawing/2014/main" id="{DAFDB301-9C22-7E40-AB5C-B1019D11D0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27887" y="3142166"/>
              <a:ext cx="2038350" cy="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3" name="Line 17">
              <a:extLst>
                <a:ext uri="{FF2B5EF4-FFF2-40B4-BE49-F238E27FC236}">
                  <a16:creationId xmlns:a16="http://schemas.microsoft.com/office/drawing/2014/main" id="{08D96691-67D0-164A-8B20-0A8F49D82B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27887" y="3317507"/>
              <a:ext cx="2038350" cy="0"/>
            </a:xfrm>
            <a:prstGeom prst="line">
              <a:avLst/>
            </a:prstGeom>
            <a:noFill/>
            <a:ln w="28575">
              <a:solidFill>
                <a:srgbClr val="0000A8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4" name="Line 18">
              <a:extLst>
                <a:ext uri="{FF2B5EF4-FFF2-40B4-BE49-F238E27FC236}">
                  <a16:creationId xmlns:a16="http://schemas.microsoft.com/office/drawing/2014/main" id="{5E60CA0C-29AD-554D-BDE3-8F41053E47D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273464" y="3317507"/>
              <a:ext cx="761999" cy="609599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5" name="Text Box 19">
              <a:extLst>
                <a:ext uri="{FF2B5EF4-FFF2-40B4-BE49-F238E27FC236}">
                  <a16:creationId xmlns:a16="http://schemas.microsoft.com/office/drawing/2014/main" id="{4727766D-8865-024A-9422-01733ADE9C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79492" y="2909443"/>
              <a:ext cx="876970" cy="6819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N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users</a:t>
              </a:r>
            </a:p>
          </p:txBody>
        </p:sp>
        <p:sp>
          <p:nvSpPr>
            <p:cNvPr id="196" name="Text Box 20">
              <a:extLst>
                <a:ext uri="{FF2B5EF4-FFF2-40B4-BE49-F238E27FC236}">
                  <a16:creationId xmlns:a16="http://schemas.microsoft.com/office/drawing/2014/main" id="{02F193D8-1895-D243-9C9D-86059DDF40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45005" y="3251831"/>
              <a:ext cx="1331134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1 Gbps link</a:t>
              </a:r>
            </a:p>
          </p:txBody>
        </p:sp>
        <p:sp>
          <p:nvSpPr>
            <p:cNvPr id="197" name="Line 47">
              <a:extLst>
                <a:ext uri="{FF2B5EF4-FFF2-40B4-BE49-F238E27FC236}">
                  <a16:creationId xmlns:a16="http://schemas.microsoft.com/office/drawing/2014/main" id="{562BF16C-2907-8C4D-B28F-D8B95C2C23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308639" y="3234599"/>
              <a:ext cx="1409700" cy="0"/>
            </a:xfrm>
            <a:prstGeom prst="line">
              <a:avLst/>
            </a:prstGeom>
            <a:noFill/>
            <a:ln w="444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1" name="Text Box 34">
              <a:extLst>
                <a:ext uri="{FF2B5EF4-FFF2-40B4-BE49-F238E27FC236}">
                  <a16:creationId xmlns:a16="http://schemas.microsoft.com/office/drawing/2014/main" id="{C6727030-4F85-B845-B014-77B365B7FD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273514">
              <a:off x="6621034" y="2903648"/>
              <a:ext cx="736600" cy="519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…..</a:t>
              </a:r>
            </a:p>
          </p:txBody>
        </p:sp>
        <p:grpSp>
          <p:nvGrpSpPr>
            <p:cNvPr id="202" name="Group 37">
              <a:extLst>
                <a:ext uri="{FF2B5EF4-FFF2-40B4-BE49-F238E27FC236}">
                  <a16:creationId xmlns:a16="http://schemas.microsoft.com/office/drawing/2014/main" id="{FC6117E2-B5D0-3248-96A0-171CEAC333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63839" y="2201136"/>
              <a:ext cx="779462" cy="679450"/>
              <a:chOff x="-44" y="1473"/>
              <a:chExt cx="981" cy="1105"/>
            </a:xfrm>
          </p:grpSpPr>
          <p:pic>
            <p:nvPicPr>
              <p:cNvPr id="203" name="Picture 38" descr="desktop_computer_stylized_medium">
                <a:extLst>
                  <a:ext uri="{FF2B5EF4-FFF2-40B4-BE49-F238E27FC236}">
                    <a16:creationId xmlns:a16="http://schemas.microsoft.com/office/drawing/2014/main" id="{02935161-CCBE-2A48-BC18-CA296B25870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04" name="Freeform 39">
                <a:extLst>
                  <a:ext uri="{FF2B5EF4-FFF2-40B4-BE49-F238E27FC236}">
                    <a16:creationId xmlns:a16="http://schemas.microsoft.com/office/drawing/2014/main" id="{5B7E3C12-D98B-2E49-A821-F85CB5D7880B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05" name="Group 40">
              <a:extLst>
                <a:ext uri="{FF2B5EF4-FFF2-40B4-BE49-F238E27FC236}">
                  <a16:creationId xmlns:a16="http://schemas.microsoft.com/office/drawing/2014/main" id="{0E3BE850-C184-E14C-9842-3CBC3C7E17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68601" y="3526699"/>
              <a:ext cx="779463" cy="679450"/>
              <a:chOff x="-44" y="1473"/>
              <a:chExt cx="981" cy="1105"/>
            </a:xfrm>
          </p:grpSpPr>
          <p:pic>
            <p:nvPicPr>
              <p:cNvPr id="206" name="Picture 41" descr="desktop_computer_stylized_medium">
                <a:extLst>
                  <a:ext uri="{FF2B5EF4-FFF2-40B4-BE49-F238E27FC236}">
                    <a16:creationId xmlns:a16="http://schemas.microsoft.com/office/drawing/2014/main" id="{34A00C7E-9612-B241-9898-B49B514E66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07" name="Freeform 42">
                <a:extLst>
                  <a:ext uri="{FF2B5EF4-FFF2-40B4-BE49-F238E27FC236}">
                    <a16:creationId xmlns:a16="http://schemas.microsoft.com/office/drawing/2014/main" id="{02AA78CC-14BC-8743-BD3C-4017C62F7EA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8034 w 356"/>
                  <a:gd name="T3" fmla="*/ 1220 h 368"/>
                  <a:gd name="T4" fmla="*/ 21394 w 356"/>
                  <a:gd name="T5" fmla="*/ 25425 h 368"/>
                  <a:gd name="T6" fmla="*/ 4715 w 356"/>
                  <a:gd name="T7" fmla="*/ 31797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09" name="Group 208">
              <a:extLst>
                <a:ext uri="{FF2B5EF4-FFF2-40B4-BE49-F238E27FC236}">
                  <a16:creationId xmlns:a16="http://schemas.microsoft.com/office/drawing/2014/main" id="{4B3A0818-19B8-9E49-8541-BB1E767B23AC}"/>
                </a:ext>
              </a:extLst>
            </p:cNvPr>
            <p:cNvGrpSpPr/>
            <p:nvPr/>
          </p:nvGrpSpPr>
          <p:grpSpPr>
            <a:xfrm>
              <a:off x="8273141" y="2958864"/>
              <a:ext cx="1158784" cy="572412"/>
              <a:chOff x="7493876" y="2774731"/>
              <a:chExt cx="1481958" cy="894622"/>
            </a:xfrm>
          </p:grpSpPr>
          <p:sp>
            <p:nvSpPr>
              <p:cNvPr id="210" name="Freeform 209">
                <a:extLst>
                  <a:ext uri="{FF2B5EF4-FFF2-40B4-BE49-F238E27FC236}">
                    <a16:creationId xmlns:a16="http://schemas.microsoft.com/office/drawing/2014/main" id="{CF8F931D-76DE-FE49-9C97-0EB9F8B3CE95}"/>
                  </a:ext>
                </a:extLst>
              </p:cNvPr>
              <p:cNvSpPr/>
              <p:nvPr/>
            </p:nvSpPr>
            <p:spPr>
              <a:xfrm>
                <a:off x="7493876" y="3084399"/>
                <a:ext cx="1481958" cy="584954"/>
              </a:xfrm>
              <a:custGeom>
                <a:avLst/>
                <a:gdLst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17076"/>
                  <a:gd name="connsiteX1" fmla="*/ 8187558 w 8187558"/>
                  <a:gd name="connsiteY1" fmla="*/ 1271752 h 2617076"/>
                  <a:gd name="connsiteX2" fmla="*/ 4025462 w 8187558"/>
                  <a:gd name="connsiteY2" fmla="*/ 2617076 h 2617076"/>
                  <a:gd name="connsiteX3" fmla="*/ 0 w 8187558"/>
                  <a:gd name="connsiteY3" fmla="*/ 1229711 h 2617076"/>
                  <a:gd name="connsiteX4" fmla="*/ 31531 w 8187558"/>
                  <a:gd name="connsiteY4" fmla="*/ 147145 h 2617076"/>
                  <a:gd name="connsiteX5" fmla="*/ 4046482 w 8187558"/>
                  <a:gd name="connsiteY5" fmla="*/ 1576552 h 2617076"/>
                  <a:gd name="connsiteX6" fmla="*/ 8187558 w 8187558"/>
                  <a:gd name="connsiteY6" fmla="*/ 0 h 2617076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46482 w 8187558"/>
                  <a:gd name="connsiteY5" fmla="*/ 157655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88524 w 8187558"/>
                  <a:gd name="connsiteY5" fmla="*/ 1597573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87558 w 8187558"/>
                  <a:gd name="connsiteY0" fmla="*/ 0 h 2638097"/>
                  <a:gd name="connsiteX1" fmla="*/ 8187558 w 8187558"/>
                  <a:gd name="connsiteY1" fmla="*/ 1271752 h 2638097"/>
                  <a:gd name="connsiteX2" fmla="*/ 4099035 w 8187558"/>
                  <a:gd name="connsiteY2" fmla="*/ 2638097 h 2638097"/>
                  <a:gd name="connsiteX3" fmla="*/ 0 w 8187558"/>
                  <a:gd name="connsiteY3" fmla="*/ 1229711 h 2638097"/>
                  <a:gd name="connsiteX4" fmla="*/ 31531 w 8187558"/>
                  <a:gd name="connsiteY4" fmla="*/ 147145 h 2638097"/>
                  <a:gd name="connsiteX5" fmla="*/ 4099035 w 8187558"/>
                  <a:gd name="connsiteY5" fmla="*/ 1566042 h 2638097"/>
                  <a:gd name="connsiteX6" fmla="*/ 8187558 w 8187558"/>
                  <a:gd name="connsiteY6" fmla="*/ 0 h 2638097"/>
                  <a:gd name="connsiteX0" fmla="*/ 8176538 w 8176538"/>
                  <a:gd name="connsiteY0" fmla="*/ 0 h 2638097"/>
                  <a:gd name="connsiteX1" fmla="*/ 8176538 w 8176538"/>
                  <a:gd name="connsiteY1" fmla="*/ 1271752 h 2638097"/>
                  <a:gd name="connsiteX2" fmla="*/ 4088015 w 8176538"/>
                  <a:gd name="connsiteY2" fmla="*/ 2638097 h 2638097"/>
                  <a:gd name="connsiteX3" fmla="*/ 0 w 8176538"/>
                  <a:gd name="connsiteY3" fmla="*/ 1269888 h 2638097"/>
                  <a:gd name="connsiteX4" fmla="*/ 20511 w 8176538"/>
                  <a:gd name="connsiteY4" fmla="*/ 147145 h 2638097"/>
                  <a:gd name="connsiteX5" fmla="*/ 4088015 w 8176538"/>
                  <a:gd name="connsiteY5" fmla="*/ 1566042 h 2638097"/>
                  <a:gd name="connsiteX6" fmla="*/ 8176538 w 8176538"/>
                  <a:gd name="connsiteY6" fmla="*/ 0 h 2638097"/>
                  <a:gd name="connsiteX0" fmla="*/ 8176538 w 8176538"/>
                  <a:gd name="connsiteY0" fmla="*/ 0 h 2772020"/>
                  <a:gd name="connsiteX1" fmla="*/ 8176538 w 8176538"/>
                  <a:gd name="connsiteY1" fmla="*/ 1271752 h 2772020"/>
                  <a:gd name="connsiteX2" fmla="*/ 4099034 w 8176538"/>
                  <a:gd name="connsiteY2" fmla="*/ 2772020 h 2772020"/>
                  <a:gd name="connsiteX3" fmla="*/ 0 w 8176538"/>
                  <a:gd name="connsiteY3" fmla="*/ 1269888 h 2772020"/>
                  <a:gd name="connsiteX4" fmla="*/ 20511 w 8176538"/>
                  <a:gd name="connsiteY4" fmla="*/ 147145 h 2772020"/>
                  <a:gd name="connsiteX5" fmla="*/ 4088015 w 8176538"/>
                  <a:gd name="connsiteY5" fmla="*/ 1566042 h 2772020"/>
                  <a:gd name="connsiteX6" fmla="*/ 8176538 w 8176538"/>
                  <a:gd name="connsiteY6" fmla="*/ 0 h 2772020"/>
                  <a:gd name="connsiteX0" fmla="*/ 8176538 w 8176538"/>
                  <a:gd name="connsiteY0" fmla="*/ 0 h 2772339"/>
                  <a:gd name="connsiteX1" fmla="*/ 8176538 w 8176538"/>
                  <a:gd name="connsiteY1" fmla="*/ 1378890 h 2772339"/>
                  <a:gd name="connsiteX2" fmla="*/ 4099034 w 8176538"/>
                  <a:gd name="connsiteY2" fmla="*/ 2772020 h 2772339"/>
                  <a:gd name="connsiteX3" fmla="*/ 0 w 8176538"/>
                  <a:gd name="connsiteY3" fmla="*/ 1269888 h 2772339"/>
                  <a:gd name="connsiteX4" fmla="*/ 20511 w 8176538"/>
                  <a:gd name="connsiteY4" fmla="*/ 147145 h 2772339"/>
                  <a:gd name="connsiteX5" fmla="*/ 4088015 w 8176538"/>
                  <a:gd name="connsiteY5" fmla="*/ 1566042 h 2772339"/>
                  <a:gd name="connsiteX6" fmla="*/ 8176538 w 8176538"/>
                  <a:gd name="connsiteY6" fmla="*/ 0 h 2772339"/>
                  <a:gd name="connsiteX0" fmla="*/ 8176538 w 8176538"/>
                  <a:gd name="connsiteY0" fmla="*/ 0 h 2825888"/>
                  <a:gd name="connsiteX1" fmla="*/ 8176538 w 8176538"/>
                  <a:gd name="connsiteY1" fmla="*/ 1378890 h 2825888"/>
                  <a:gd name="connsiteX2" fmla="*/ 4099034 w 8176538"/>
                  <a:gd name="connsiteY2" fmla="*/ 2825590 h 2825888"/>
                  <a:gd name="connsiteX3" fmla="*/ 0 w 8176538"/>
                  <a:gd name="connsiteY3" fmla="*/ 1269888 h 2825888"/>
                  <a:gd name="connsiteX4" fmla="*/ 20511 w 8176538"/>
                  <a:gd name="connsiteY4" fmla="*/ 147145 h 2825888"/>
                  <a:gd name="connsiteX5" fmla="*/ 4088015 w 8176538"/>
                  <a:gd name="connsiteY5" fmla="*/ 1566042 h 2825888"/>
                  <a:gd name="connsiteX6" fmla="*/ 8176538 w 8176538"/>
                  <a:gd name="connsiteY6" fmla="*/ 0 h 2825888"/>
                  <a:gd name="connsiteX0" fmla="*/ 8165518 w 8165518"/>
                  <a:gd name="connsiteY0" fmla="*/ 0 h 2825606"/>
                  <a:gd name="connsiteX1" fmla="*/ 8165518 w 8165518"/>
                  <a:gd name="connsiteY1" fmla="*/ 1378890 h 2825606"/>
                  <a:gd name="connsiteX2" fmla="*/ 4088014 w 8165518"/>
                  <a:gd name="connsiteY2" fmla="*/ 2825590 h 2825606"/>
                  <a:gd name="connsiteX3" fmla="*/ 0 w 8165518"/>
                  <a:gd name="connsiteY3" fmla="*/ 1403811 h 2825606"/>
                  <a:gd name="connsiteX4" fmla="*/ 9491 w 8165518"/>
                  <a:gd name="connsiteY4" fmla="*/ 147145 h 2825606"/>
                  <a:gd name="connsiteX5" fmla="*/ 4076995 w 8165518"/>
                  <a:gd name="connsiteY5" fmla="*/ 1566042 h 2825606"/>
                  <a:gd name="connsiteX6" fmla="*/ 8165518 w 8165518"/>
                  <a:gd name="connsiteY6" fmla="*/ 0 h 2825606"/>
                  <a:gd name="connsiteX0" fmla="*/ 8165518 w 8165518"/>
                  <a:gd name="connsiteY0" fmla="*/ 0 h 2879174"/>
                  <a:gd name="connsiteX1" fmla="*/ 8165518 w 8165518"/>
                  <a:gd name="connsiteY1" fmla="*/ 1378890 h 2879174"/>
                  <a:gd name="connsiteX2" fmla="*/ 4132092 w 8165518"/>
                  <a:gd name="connsiteY2" fmla="*/ 2879159 h 2879174"/>
                  <a:gd name="connsiteX3" fmla="*/ 0 w 8165518"/>
                  <a:gd name="connsiteY3" fmla="*/ 1403811 h 2879174"/>
                  <a:gd name="connsiteX4" fmla="*/ 9491 w 8165518"/>
                  <a:gd name="connsiteY4" fmla="*/ 147145 h 2879174"/>
                  <a:gd name="connsiteX5" fmla="*/ 4076995 w 8165518"/>
                  <a:gd name="connsiteY5" fmla="*/ 1566042 h 2879174"/>
                  <a:gd name="connsiteX6" fmla="*/ 8165518 w 8165518"/>
                  <a:gd name="connsiteY6" fmla="*/ 0 h 2879174"/>
                  <a:gd name="connsiteX0" fmla="*/ 8165518 w 8176537"/>
                  <a:gd name="connsiteY0" fmla="*/ 0 h 2879410"/>
                  <a:gd name="connsiteX1" fmla="*/ 8176537 w 8176537"/>
                  <a:gd name="connsiteY1" fmla="*/ 1499420 h 2879410"/>
                  <a:gd name="connsiteX2" fmla="*/ 4132092 w 8176537"/>
                  <a:gd name="connsiteY2" fmla="*/ 2879159 h 2879410"/>
                  <a:gd name="connsiteX3" fmla="*/ 0 w 8176537"/>
                  <a:gd name="connsiteY3" fmla="*/ 1403811 h 2879410"/>
                  <a:gd name="connsiteX4" fmla="*/ 9491 w 8176537"/>
                  <a:gd name="connsiteY4" fmla="*/ 147145 h 2879410"/>
                  <a:gd name="connsiteX5" fmla="*/ 4076995 w 8176537"/>
                  <a:gd name="connsiteY5" fmla="*/ 1566042 h 2879410"/>
                  <a:gd name="connsiteX6" fmla="*/ 8165518 w 8176537"/>
                  <a:gd name="connsiteY6" fmla="*/ 0 h 2879410"/>
                  <a:gd name="connsiteX0" fmla="*/ 8165518 w 8176537"/>
                  <a:gd name="connsiteY0" fmla="*/ 0 h 2879262"/>
                  <a:gd name="connsiteX1" fmla="*/ 8176537 w 8176537"/>
                  <a:gd name="connsiteY1" fmla="*/ 1499420 h 2879262"/>
                  <a:gd name="connsiteX2" fmla="*/ 4132092 w 8176537"/>
                  <a:gd name="connsiteY2" fmla="*/ 2879159 h 2879262"/>
                  <a:gd name="connsiteX3" fmla="*/ 0 w 8176537"/>
                  <a:gd name="connsiteY3" fmla="*/ 1403811 h 2879262"/>
                  <a:gd name="connsiteX4" fmla="*/ 9491 w 8176537"/>
                  <a:gd name="connsiteY4" fmla="*/ 147145 h 2879262"/>
                  <a:gd name="connsiteX5" fmla="*/ 4076995 w 8176537"/>
                  <a:gd name="connsiteY5" fmla="*/ 1566042 h 2879262"/>
                  <a:gd name="connsiteX6" fmla="*/ 8165518 w 8176537"/>
                  <a:gd name="connsiteY6" fmla="*/ 0 h 2879262"/>
                  <a:gd name="connsiteX0" fmla="*/ 8165518 w 8176537"/>
                  <a:gd name="connsiteY0" fmla="*/ 0 h 2879163"/>
                  <a:gd name="connsiteX1" fmla="*/ 8176537 w 8176537"/>
                  <a:gd name="connsiteY1" fmla="*/ 1499420 h 2879163"/>
                  <a:gd name="connsiteX2" fmla="*/ 4132092 w 8176537"/>
                  <a:gd name="connsiteY2" fmla="*/ 2879159 h 2879163"/>
                  <a:gd name="connsiteX3" fmla="*/ 0 w 8176537"/>
                  <a:gd name="connsiteY3" fmla="*/ 1510948 h 2879163"/>
                  <a:gd name="connsiteX4" fmla="*/ 9491 w 8176537"/>
                  <a:gd name="connsiteY4" fmla="*/ 147145 h 2879163"/>
                  <a:gd name="connsiteX5" fmla="*/ 4076995 w 8176537"/>
                  <a:gd name="connsiteY5" fmla="*/ 1566042 h 2879163"/>
                  <a:gd name="connsiteX6" fmla="*/ 8165518 w 8176537"/>
                  <a:gd name="connsiteY6" fmla="*/ 0 h 2879163"/>
                  <a:gd name="connsiteX0" fmla="*/ 8165518 w 8198577"/>
                  <a:gd name="connsiteY0" fmla="*/ 0 h 2879451"/>
                  <a:gd name="connsiteX1" fmla="*/ 8198577 w 8198577"/>
                  <a:gd name="connsiteY1" fmla="*/ 1606558 h 2879451"/>
                  <a:gd name="connsiteX2" fmla="*/ 4132092 w 8198577"/>
                  <a:gd name="connsiteY2" fmla="*/ 2879159 h 2879451"/>
                  <a:gd name="connsiteX3" fmla="*/ 0 w 8198577"/>
                  <a:gd name="connsiteY3" fmla="*/ 1510948 h 2879451"/>
                  <a:gd name="connsiteX4" fmla="*/ 9491 w 8198577"/>
                  <a:gd name="connsiteY4" fmla="*/ 147145 h 2879451"/>
                  <a:gd name="connsiteX5" fmla="*/ 4076995 w 8198577"/>
                  <a:gd name="connsiteY5" fmla="*/ 1566042 h 2879451"/>
                  <a:gd name="connsiteX6" fmla="*/ 8165518 w 8198577"/>
                  <a:gd name="connsiteY6" fmla="*/ 0 h 2879451"/>
                  <a:gd name="connsiteX0" fmla="*/ 8165518 w 8165518"/>
                  <a:gd name="connsiteY0" fmla="*/ 0 h 2880066"/>
                  <a:gd name="connsiteX1" fmla="*/ 8165518 w 8165518"/>
                  <a:gd name="connsiteY1" fmla="*/ 1673520 h 2880066"/>
                  <a:gd name="connsiteX2" fmla="*/ 4132092 w 8165518"/>
                  <a:gd name="connsiteY2" fmla="*/ 2879159 h 2880066"/>
                  <a:gd name="connsiteX3" fmla="*/ 0 w 8165518"/>
                  <a:gd name="connsiteY3" fmla="*/ 1510948 h 2880066"/>
                  <a:gd name="connsiteX4" fmla="*/ 9491 w 8165518"/>
                  <a:gd name="connsiteY4" fmla="*/ 147145 h 2880066"/>
                  <a:gd name="connsiteX5" fmla="*/ 4076995 w 8165518"/>
                  <a:gd name="connsiteY5" fmla="*/ 1566042 h 2880066"/>
                  <a:gd name="connsiteX6" fmla="*/ 8165518 w 8165518"/>
                  <a:gd name="connsiteY6" fmla="*/ 0 h 2880066"/>
                  <a:gd name="connsiteX0" fmla="*/ 8156794 w 8156794"/>
                  <a:gd name="connsiteY0" fmla="*/ 0 h 2879270"/>
                  <a:gd name="connsiteX1" fmla="*/ 8156794 w 8156794"/>
                  <a:gd name="connsiteY1" fmla="*/ 1673520 h 2879270"/>
                  <a:gd name="connsiteX2" fmla="*/ 4123368 w 8156794"/>
                  <a:gd name="connsiteY2" fmla="*/ 2879159 h 2879270"/>
                  <a:gd name="connsiteX3" fmla="*/ 2295 w 8156794"/>
                  <a:gd name="connsiteY3" fmla="*/ 1618086 h 2879270"/>
                  <a:gd name="connsiteX4" fmla="*/ 767 w 8156794"/>
                  <a:gd name="connsiteY4" fmla="*/ 147145 h 2879270"/>
                  <a:gd name="connsiteX5" fmla="*/ 4068271 w 8156794"/>
                  <a:gd name="connsiteY5" fmla="*/ 1566042 h 2879270"/>
                  <a:gd name="connsiteX6" fmla="*/ 8156794 w 8156794"/>
                  <a:gd name="connsiteY6" fmla="*/ 0 h 287927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00"/>
                  <a:gd name="connsiteX1" fmla="*/ 8156794 w 8156794"/>
                  <a:gd name="connsiteY1" fmla="*/ 1673520 h 2973000"/>
                  <a:gd name="connsiteX2" fmla="*/ 4134388 w 8156794"/>
                  <a:gd name="connsiteY2" fmla="*/ 2972904 h 2973000"/>
                  <a:gd name="connsiteX3" fmla="*/ 2295 w 8156794"/>
                  <a:gd name="connsiteY3" fmla="*/ 1618086 h 2973000"/>
                  <a:gd name="connsiteX4" fmla="*/ 767 w 8156794"/>
                  <a:gd name="connsiteY4" fmla="*/ 147145 h 2973000"/>
                  <a:gd name="connsiteX5" fmla="*/ 4068271 w 8156794"/>
                  <a:gd name="connsiteY5" fmla="*/ 1566042 h 2973000"/>
                  <a:gd name="connsiteX6" fmla="*/ 8156794 w 8156794"/>
                  <a:gd name="connsiteY6" fmla="*/ 0 h 2973000"/>
                  <a:gd name="connsiteX0" fmla="*/ 8156794 w 8156794"/>
                  <a:gd name="connsiteY0" fmla="*/ 0 h 2973020"/>
                  <a:gd name="connsiteX1" fmla="*/ 8156794 w 8156794"/>
                  <a:gd name="connsiteY1" fmla="*/ 1673520 h 2973020"/>
                  <a:gd name="connsiteX2" fmla="*/ 4134388 w 8156794"/>
                  <a:gd name="connsiteY2" fmla="*/ 2972904 h 2973020"/>
                  <a:gd name="connsiteX3" fmla="*/ 2295 w 8156794"/>
                  <a:gd name="connsiteY3" fmla="*/ 1618086 h 2973020"/>
                  <a:gd name="connsiteX4" fmla="*/ 767 w 8156794"/>
                  <a:gd name="connsiteY4" fmla="*/ 147145 h 2973020"/>
                  <a:gd name="connsiteX5" fmla="*/ 4068271 w 8156794"/>
                  <a:gd name="connsiteY5" fmla="*/ 1566042 h 2973020"/>
                  <a:gd name="connsiteX6" fmla="*/ 8156794 w 8156794"/>
                  <a:gd name="connsiteY6" fmla="*/ 0 h 2973020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021"/>
                  <a:gd name="connsiteX1" fmla="*/ 8156794 w 8156794"/>
                  <a:gd name="connsiteY1" fmla="*/ 1673520 h 2973021"/>
                  <a:gd name="connsiteX2" fmla="*/ 4134388 w 8156794"/>
                  <a:gd name="connsiteY2" fmla="*/ 2972904 h 2973021"/>
                  <a:gd name="connsiteX3" fmla="*/ 2295 w 8156794"/>
                  <a:gd name="connsiteY3" fmla="*/ 1618086 h 2973021"/>
                  <a:gd name="connsiteX4" fmla="*/ 767 w 8156794"/>
                  <a:gd name="connsiteY4" fmla="*/ 147145 h 2973021"/>
                  <a:gd name="connsiteX5" fmla="*/ 4068271 w 8156794"/>
                  <a:gd name="connsiteY5" fmla="*/ 1566042 h 2973021"/>
                  <a:gd name="connsiteX6" fmla="*/ 8156794 w 8156794"/>
                  <a:gd name="connsiteY6" fmla="*/ 0 h 2973021"/>
                  <a:gd name="connsiteX0" fmla="*/ 8156794 w 8156794"/>
                  <a:gd name="connsiteY0" fmla="*/ 0 h 2973141"/>
                  <a:gd name="connsiteX1" fmla="*/ 8156794 w 8156794"/>
                  <a:gd name="connsiteY1" fmla="*/ 1673520 h 2973141"/>
                  <a:gd name="connsiteX2" fmla="*/ 4134388 w 8156794"/>
                  <a:gd name="connsiteY2" fmla="*/ 2972904 h 2973141"/>
                  <a:gd name="connsiteX3" fmla="*/ 2295 w 8156794"/>
                  <a:gd name="connsiteY3" fmla="*/ 1618086 h 2973141"/>
                  <a:gd name="connsiteX4" fmla="*/ 767 w 8156794"/>
                  <a:gd name="connsiteY4" fmla="*/ 147145 h 2973141"/>
                  <a:gd name="connsiteX5" fmla="*/ 4068271 w 8156794"/>
                  <a:gd name="connsiteY5" fmla="*/ 1566042 h 2973141"/>
                  <a:gd name="connsiteX6" fmla="*/ 8156794 w 8156794"/>
                  <a:gd name="connsiteY6" fmla="*/ 0 h 2973141"/>
                  <a:gd name="connsiteX0" fmla="*/ 8156794 w 8156794"/>
                  <a:gd name="connsiteY0" fmla="*/ 0 h 3066827"/>
                  <a:gd name="connsiteX1" fmla="*/ 8156794 w 8156794"/>
                  <a:gd name="connsiteY1" fmla="*/ 1673520 h 3066827"/>
                  <a:gd name="connsiteX2" fmla="*/ 4123353 w 8156794"/>
                  <a:gd name="connsiteY2" fmla="*/ 3066650 h 3066827"/>
                  <a:gd name="connsiteX3" fmla="*/ 2295 w 8156794"/>
                  <a:gd name="connsiteY3" fmla="*/ 1618086 h 3066827"/>
                  <a:gd name="connsiteX4" fmla="*/ 767 w 8156794"/>
                  <a:gd name="connsiteY4" fmla="*/ 147145 h 3066827"/>
                  <a:gd name="connsiteX5" fmla="*/ 4068271 w 8156794"/>
                  <a:gd name="connsiteY5" fmla="*/ 1566042 h 3066827"/>
                  <a:gd name="connsiteX6" fmla="*/ 8156794 w 8156794"/>
                  <a:gd name="connsiteY6" fmla="*/ 0 h 3066827"/>
                  <a:gd name="connsiteX0" fmla="*/ 8123689 w 8156794"/>
                  <a:gd name="connsiteY0" fmla="*/ 0 h 2999866"/>
                  <a:gd name="connsiteX1" fmla="*/ 8156794 w 8156794"/>
                  <a:gd name="connsiteY1" fmla="*/ 1606559 h 2999866"/>
                  <a:gd name="connsiteX2" fmla="*/ 4123353 w 8156794"/>
                  <a:gd name="connsiteY2" fmla="*/ 2999689 h 2999866"/>
                  <a:gd name="connsiteX3" fmla="*/ 2295 w 8156794"/>
                  <a:gd name="connsiteY3" fmla="*/ 1551125 h 2999866"/>
                  <a:gd name="connsiteX4" fmla="*/ 767 w 8156794"/>
                  <a:gd name="connsiteY4" fmla="*/ 80184 h 2999866"/>
                  <a:gd name="connsiteX5" fmla="*/ 4068271 w 8156794"/>
                  <a:gd name="connsiteY5" fmla="*/ 1499081 h 2999866"/>
                  <a:gd name="connsiteX6" fmla="*/ 8123689 w 8156794"/>
                  <a:gd name="connsiteY6" fmla="*/ 0 h 2999866"/>
                  <a:gd name="connsiteX0" fmla="*/ 8167828 w 8167828"/>
                  <a:gd name="connsiteY0" fmla="*/ 0 h 3026651"/>
                  <a:gd name="connsiteX1" fmla="*/ 8156794 w 8167828"/>
                  <a:gd name="connsiteY1" fmla="*/ 1633344 h 3026651"/>
                  <a:gd name="connsiteX2" fmla="*/ 4123353 w 8167828"/>
                  <a:gd name="connsiteY2" fmla="*/ 3026474 h 3026651"/>
                  <a:gd name="connsiteX3" fmla="*/ 2295 w 8167828"/>
                  <a:gd name="connsiteY3" fmla="*/ 1577910 h 3026651"/>
                  <a:gd name="connsiteX4" fmla="*/ 767 w 8167828"/>
                  <a:gd name="connsiteY4" fmla="*/ 106969 h 3026651"/>
                  <a:gd name="connsiteX5" fmla="*/ 4068271 w 8167828"/>
                  <a:gd name="connsiteY5" fmla="*/ 1525866 h 3026651"/>
                  <a:gd name="connsiteX6" fmla="*/ 8167828 w 8167828"/>
                  <a:gd name="connsiteY6" fmla="*/ 0 h 3026651"/>
                  <a:gd name="connsiteX0" fmla="*/ 8167828 w 8167828"/>
                  <a:gd name="connsiteY0" fmla="*/ 0 h 3027228"/>
                  <a:gd name="connsiteX1" fmla="*/ 8145760 w 8167828"/>
                  <a:gd name="connsiteY1" fmla="*/ 1686913 h 3027228"/>
                  <a:gd name="connsiteX2" fmla="*/ 4123353 w 8167828"/>
                  <a:gd name="connsiteY2" fmla="*/ 3026474 h 3027228"/>
                  <a:gd name="connsiteX3" fmla="*/ 2295 w 8167828"/>
                  <a:gd name="connsiteY3" fmla="*/ 1577910 h 3027228"/>
                  <a:gd name="connsiteX4" fmla="*/ 767 w 8167828"/>
                  <a:gd name="connsiteY4" fmla="*/ 106969 h 3027228"/>
                  <a:gd name="connsiteX5" fmla="*/ 4068271 w 8167828"/>
                  <a:gd name="connsiteY5" fmla="*/ 1525866 h 3027228"/>
                  <a:gd name="connsiteX6" fmla="*/ 8167828 w 8167828"/>
                  <a:gd name="connsiteY6" fmla="*/ 0 h 3027228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56794 w 8156794"/>
                  <a:gd name="connsiteY0" fmla="*/ 0 h 2933483"/>
                  <a:gd name="connsiteX1" fmla="*/ 8145760 w 8156794"/>
                  <a:gd name="connsiteY1" fmla="*/ 1593168 h 2933483"/>
                  <a:gd name="connsiteX2" fmla="*/ 4123353 w 8156794"/>
                  <a:gd name="connsiteY2" fmla="*/ 2932729 h 2933483"/>
                  <a:gd name="connsiteX3" fmla="*/ 2295 w 8156794"/>
                  <a:gd name="connsiteY3" fmla="*/ 1484165 h 2933483"/>
                  <a:gd name="connsiteX4" fmla="*/ 767 w 8156794"/>
                  <a:gd name="connsiteY4" fmla="*/ 13224 h 2933483"/>
                  <a:gd name="connsiteX5" fmla="*/ 4068271 w 8156794"/>
                  <a:gd name="connsiteY5" fmla="*/ 1432121 h 2933483"/>
                  <a:gd name="connsiteX6" fmla="*/ 8156794 w 8156794"/>
                  <a:gd name="connsiteY6" fmla="*/ 0 h 2933483"/>
                  <a:gd name="connsiteX0" fmla="*/ 8123689 w 8145760"/>
                  <a:gd name="connsiteY0" fmla="*/ 13560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9 w 8145760"/>
                  <a:gd name="connsiteY6" fmla="*/ 13560 h 2920259"/>
                  <a:gd name="connsiteX0" fmla="*/ 8178863 w 8178863"/>
                  <a:gd name="connsiteY0" fmla="*/ 26952 h 2920259"/>
                  <a:gd name="connsiteX1" fmla="*/ 8145760 w 8178863"/>
                  <a:gd name="connsiteY1" fmla="*/ 1579944 h 2920259"/>
                  <a:gd name="connsiteX2" fmla="*/ 4123353 w 8178863"/>
                  <a:gd name="connsiteY2" fmla="*/ 2919505 h 2920259"/>
                  <a:gd name="connsiteX3" fmla="*/ 2295 w 8178863"/>
                  <a:gd name="connsiteY3" fmla="*/ 1470941 h 2920259"/>
                  <a:gd name="connsiteX4" fmla="*/ 767 w 8178863"/>
                  <a:gd name="connsiteY4" fmla="*/ 0 h 2920259"/>
                  <a:gd name="connsiteX5" fmla="*/ 4068271 w 8178863"/>
                  <a:gd name="connsiteY5" fmla="*/ 1418897 h 2920259"/>
                  <a:gd name="connsiteX6" fmla="*/ 8178863 w 8178863"/>
                  <a:gd name="connsiteY6" fmla="*/ 26952 h 2920259"/>
                  <a:gd name="connsiteX0" fmla="*/ 8167827 w 8167827"/>
                  <a:gd name="connsiteY0" fmla="*/ 40343 h 2920259"/>
                  <a:gd name="connsiteX1" fmla="*/ 8145760 w 8167827"/>
                  <a:gd name="connsiteY1" fmla="*/ 1579944 h 2920259"/>
                  <a:gd name="connsiteX2" fmla="*/ 4123353 w 8167827"/>
                  <a:gd name="connsiteY2" fmla="*/ 2919505 h 2920259"/>
                  <a:gd name="connsiteX3" fmla="*/ 2295 w 8167827"/>
                  <a:gd name="connsiteY3" fmla="*/ 1470941 h 2920259"/>
                  <a:gd name="connsiteX4" fmla="*/ 767 w 8167827"/>
                  <a:gd name="connsiteY4" fmla="*/ 0 h 2920259"/>
                  <a:gd name="connsiteX5" fmla="*/ 4068271 w 8167827"/>
                  <a:gd name="connsiteY5" fmla="*/ 1418897 h 2920259"/>
                  <a:gd name="connsiteX6" fmla="*/ 8167827 w 8167827"/>
                  <a:gd name="connsiteY6" fmla="*/ 40343 h 2920259"/>
                  <a:gd name="connsiteX0" fmla="*/ 8123687 w 8145760"/>
                  <a:gd name="connsiteY0" fmla="*/ 53735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23687 w 8145760"/>
                  <a:gd name="connsiteY6" fmla="*/ 53735 h 2920259"/>
                  <a:gd name="connsiteX0" fmla="*/ 8161918 w 8161918"/>
                  <a:gd name="connsiteY0" fmla="*/ 0 h 2943855"/>
                  <a:gd name="connsiteX1" fmla="*/ 8145760 w 8161918"/>
                  <a:gd name="connsiteY1" fmla="*/ 1603540 h 2943855"/>
                  <a:gd name="connsiteX2" fmla="*/ 4123353 w 8161918"/>
                  <a:gd name="connsiteY2" fmla="*/ 2943101 h 2943855"/>
                  <a:gd name="connsiteX3" fmla="*/ 2295 w 8161918"/>
                  <a:gd name="connsiteY3" fmla="*/ 1494537 h 2943855"/>
                  <a:gd name="connsiteX4" fmla="*/ 767 w 8161918"/>
                  <a:gd name="connsiteY4" fmla="*/ 23596 h 2943855"/>
                  <a:gd name="connsiteX5" fmla="*/ 4068271 w 8161918"/>
                  <a:gd name="connsiteY5" fmla="*/ 1442493 h 2943855"/>
                  <a:gd name="connsiteX6" fmla="*/ 8161918 w 8161918"/>
                  <a:gd name="connsiteY6" fmla="*/ 0 h 2943855"/>
                  <a:gd name="connsiteX0" fmla="*/ 8144926 w 8145760"/>
                  <a:gd name="connsiteY0" fmla="*/ 43424 h 2920259"/>
                  <a:gd name="connsiteX1" fmla="*/ 8145760 w 8145760"/>
                  <a:gd name="connsiteY1" fmla="*/ 1579944 h 2920259"/>
                  <a:gd name="connsiteX2" fmla="*/ 4123353 w 8145760"/>
                  <a:gd name="connsiteY2" fmla="*/ 2919505 h 2920259"/>
                  <a:gd name="connsiteX3" fmla="*/ 2295 w 8145760"/>
                  <a:gd name="connsiteY3" fmla="*/ 1470941 h 2920259"/>
                  <a:gd name="connsiteX4" fmla="*/ 767 w 8145760"/>
                  <a:gd name="connsiteY4" fmla="*/ 0 h 2920259"/>
                  <a:gd name="connsiteX5" fmla="*/ 4068271 w 8145760"/>
                  <a:gd name="connsiteY5" fmla="*/ 1418897 h 2920259"/>
                  <a:gd name="connsiteX6" fmla="*/ 8144926 w 8145760"/>
                  <a:gd name="connsiteY6" fmla="*/ 43424 h 2920259"/>
                  <a:gd name="connsiteX0" fmla="*/ 8161918 w 8161918"/>
                  <a:gd name="connsiteY0" fmla="*/ 0 h 2959321"/>
                  <a:gd name="connsiteX1" fmla="*/ 8145760 w 8161918"/>
                  <a:gd name="connsiteY1" fmla="*/ 1619006 h 2959321"/>
                  <a:gd name="connsiteX2" fmla="*/ 4123353 w 8161918"/>
                  <a:gd name="connsiteY2" fmla="*/ 2958567 h 2959321"/>
                  <a:gd name="connsiteX3" fmla="*/ 2295 w 8161918"/>
                  <a:gd name="connsiteY3" fmla="*/ 1510003 h 2959321"/>
                  <a:gd name="connsiteX4" fmla="*/ 767 w 8161918"/>
                  <a:gd name="connsiteY4" fmla="*/ 39062 h 2959321"/>
                  <a:gd name="connsiteX5" fmla="*/ 4068271 w 8161918"/>
                  <a:gd name="connsiteY5" fmla="*/ 1457959 h 2959321"/>
                  <a:gd name="connsiteX6" fmla="*/ 8161918 w 8161918"/>
                  <a:gd name="connsiteY6" fmla="*/ 0 h 2959321"/>
                  <a:gd name="connsiteX0" fmla="*/ 8161918 w 8162752"/>
                  <a:gd name="connsiteY0" fmla="*/ 0 h 2959488"/>
                  <a:gd name="connsiteX1" fmla="*/ 8162752 w 8162752"/>
                  <a:gd name="connsiteY1" fmla="*/ 1629317 h 2959488"/>
                  <a:gd name="connsiteX2" fmla="*/ 4123353 w 8162752"/>
                  <a:gd name="connsiteY2" fmla="*/ 2958567 h 2959488"/>
                  <a:gd name="connsiteX3" fmla="*/ 2295 w 8162752"/>
                  <a:gd name="connsiteY3" fmla="*/ 1510003 h 2959488"/>
                  <a:gd name="connsiteX4" fmla="*/ 767 w 8162752"/>
                  <a:gd name="connsiteY4" fmla="*/ 39062 h 2959488"/>
                  <a:gd name="connsiteX5" fmla="*/ 4068271 w 8162752"/>
                  <a:gd name="connsiteY5" fmla="*/ 1457959 h 2959488"/>
                  <a:gd name="connsiteX6" fmla="*/ 8161918 w 8162752"/>
                  <a:gd name="connsiteY6" fmla="*/ 0 h 2959488"/>
                  <a:gd name="connsiteX0" fmla="*/ 8165930 w 8166764"/>
                  <a:gd name="connsiteY0" fmla="*/ 7337 h 2966825"/>
                  <a:gd name="connsiteX1" fmla="*/ 8166764 w 8166764"/>
                  <a:gd name="connsiteY1" fmla="*/ 1636654 h 2966825"/>
                  <a:gd name="connsiteX2" fmla="*/ 4127365 w 8166764"/>
                  <a:gd name="connsiteY2" fmla="*/ 2965904 h 2966825"/>
                  <a:gd name="connsiteX3" fmla="*/ 6307 w 8166764"/>
                  <a:gd name="connsiteY3" fmla="*/ 1517340 h 2966825"/>
                  <a:gd name="connsiteX4" fmla="*/ 532 w 8166764"/>
                  <a:gd name="connsiteY4" fmla="*/ 0 h 2966825"/>
                  <a:gd name="connsiteX5" fmla="*/ 4072283 w 8166764"/>
                  <a:gd name="connsiteY5" fmla="*/ 1465296 h 2966825"/>
                  <a:gd name="connsiteX6" fmla="*/ 8165930 w 8166764"/>
                  <a:gd name="connsiteY6" fmla="*/ 7337 h 2966825"/>
                  <a:gd name="connsiteX0" fmla="*/ 8168119 w 8168953"/>
                  <a:gd name="connsiteY0" fmla="*/ 7337 h 2966682"/>
                  <a:gd name="connsiteX1" fmla="*/ 8168953 w 8168953"/>
                  <a:gd name="connsiteY1" fmla="*/ 1636654 h 2966682"/>
                  <a:gd name="connsiteX2" fmla="*/ 4129554 w 8168953"/>
                  <a:gd name="connsiteY2" fmla="*/ 2965904 h 2966682"/>
                  <a:gd name="connsiteX3" fmla="*/ 0 w 8168953"/>
                  <a:gd name="connsiteY3" fmla="*/ 1527651 h 2966682"/>
                  <a:gd name="connsiteX4" fmla="*/ 2721 w 8168953"/>
                  <a:gd name="connsiteY4" fmla="*/ 0 h 2966682"/>
                  <a:gd name="connsiteX5" fmla="*/ 4074472 w 8168953"/>
                  <a:gd name="connsiteY5" fmla="*/ 1465296 h 2966682"/>
                  <a:gd name="connsiteX6" fmla="*/ 8168119 w 8168953"/>
                  <a:gd name="connsiteY6" fmla="*/ 7337 h 2966682"/>
                  <a:gd name="connsiteX0" fmla="*/ 8168119 w 8168953"/>
                  <a:gd name="connsiteY0" fmla="*/ 7337 h 3100377"/>
                  <a:gd name="connsiteX1" fmla="*/ 8168953 w 8168953"/>
                  <a:gd name="connsiteY1" fmla="*/ 1636654 h 3100377"/>
                  <a:gd name="connsiteX2" fmla="*/ 4118520 w 8168953"/>
                  <a:gd name="connsiteY2" fmla="*/ 3099826 h 3100377"/>
                  <a:gd name="connsiteX3" fmla="*/ 0 w 8168953"/>
                  <a:gd name="connsiteY3" fmla="*/ 1527651 h 3100377"/>
                  <a:gd name="connsiteX4" fmla="*/ 2721 w 8168953"/>
                  <a:gd name="connsiteY4" fmla="*/ 0 h 3100377"/>
                  <a:gd name="connsiteX5" fmla="*/ 4074472 w 8168953"/>
                  <a:gd name="connsiteY5" fmla="*/ 1465296 h 3100377"/>
                  <a:gd name="connsiteX6" fmla="*/ 8168119 w 8168953"/>
                  <a:gd name="connsiteY6" fmla="*/ 7337 h 3100377"/>
                  <a:gd name="connsiteX0" fmla="*/ 8168119 w 8168953"/>
                  <a:gd name="connsiteY0" fmla="*/ 7337 h 3100429"/>
                  <a:gd name="connsiteX1" fmla="*/ 8168953 w 8168953"/>
                  <a:gd name="connsiteY1" fmla="*/ 1636654 h 3100429"/>
                  <a:gd name="connsiteX2" fmla="*/ 4118520 w 8168953"/>
                  <a:gd name="connsiteY2" fmla="*/ 3099826 h 3100429"/>
                  <a:gd name="connsiteX3" fmla="*/ 0 w 8168953"/>
                  <a:gd name="connsiteY3" fmla="*/ 1527651 h 3100429"/>
                  <a:gd name="connsiteX4" fmla="*/ 2721 w 8168953"/>
                  <a:gd name="connsiteY4" fmla="*/ 0 h 3100429"/>
                  <a:gd name="connsiteX5" fmla="*/ 4074472 w 8168953"/>
                  <a:gd name="connsiteY5" fmla="*/ 1465296 h 3100429"/>
                  <a:gd name="connsiteX6" fmla="*/ 8168119 w 8168953"/>
                  <a:gd name="connsiteY6" fmla="*/ 7337 h 3100429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72202 w 8166683"/>
                  <a:gd name="connsiteY5" fmla="*/ 1465296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  <a:gd name="connsiteX0" fmla="*/ 8165849 w 8166683"/>
                  <a:gd name="connsiteY0" fmla="*/ 7337 h 3099826"/>
                  <a:gd name="connsiteX1" fmla="*/ 8166683 w 8166683"/>
                  <a:gd name="connsiteY1" fmla="*/ 1636654 h 3099826"/>
                  <a:gd name="connsiteX2" fmla="*/ 4116250 w 8166683"/>
                  <a:gd name="connsiteY2" fmla="*/ 3099826 h 3099826"/>
                  <a:gd name="connsiteX3" fmla="*/ 8764 w 8166683"/>
                  <a:gd name="connsiteY3" fmla="*/ 1634789 h 3099826"/>
                  <a:gd name="connsiteX4" fmla="*/ 451 w 8166683"/>
                  <a:gd name="connsiteY4" fmla="*/ 0 h 3099826"/>
                  <a:gd name="connsiteX5" fmla="*/ 4061168 w 8166683"/>
                  <a:gd name="connsiteY5" fmla="*/ 1438511 h 3099826"/>
                  <a:gd name="connsiteX6" fmla="*/ 8165849 w 8166683"/>
                  <a:gd name="connsiteY6" fmla="*/ 7337 h 3099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166683" h="3099826">
                    <a:moveTo>
                      <a:pt x="8165849" y="7337"/>
                    </a:moveTo>
                    <a:lnTo>
                      <a:pt x="8166683" y="1636654"/>
                    </a:lnTo>
                    <a:cubicBezTo>
                      <a:pt x="7917761" y="2728489"/>
                      <a:pt x="5475903" y="3100137"/>
                      <a:pt x="4116250" y="3099826"/>
                    </a:cubicBezTo>
                    <a:cubicBezTo>
                      <a:pt x="2756597" y="3099515"/>
                      <a:pt x="245424" y="2744647"/>
                      <a:pt x="8764" y="1634789"/>
                    </a:cubicBezTo>
                    <a:cubicBezTo>
                      <a:pt x="11928" y="1215900"/>
                      <a:pt x="-2713" y="418889"/>
                      <a:pt x="451" y="0"/>
                    </a:cubicBezTo>
                    <a:cubicBezTo>
                      <a:pt x="385485" y="953840"/>
                      <a:pt x="2700268" y="1437288"/>
                      <a:pt x="4061168" y="1438511"/>
                    </a:cubicBezTo>
                    <a:cubicBezTo>
                      <a:pt x="5422068" y="1439734"/>
                      <a:pt x="7793228" y="1089449"/>
                      <a:pt x="8165849" y="7337"/>
                    </a:cubicBezTo>
                    <a:close/>
                  </a:path>
                </a:pathLst>
              </a:custGeom>
              <a:gradFill>
                <a:gsLst>
                  <a:gs pos="0">
                    <a:srgbClr val="B8C2C9"/>
                  </a:gs>
                  <a:gs pos="21000">
                    <a:schemeClr val="bg1"/>
                  </a:gs>
                  <a:gs pos="60000">
                    <a:srgbClr val="D6DCE0"/>
                  </a:gs>
                  <a:gs pos="100000">
                    <a:srgbClr val="B8C2C9"/>
                  </a:gs>
                </a:gsLst>
                <a:lin ang="0" scaled="0"/>
              </a:gra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</a:p>
            </p:txBody>
          </p:sp>
          <p:sp>
            <p:nvSpPr>
              <p:cNvPr id="211" name="Oval 210">
                <a:extLst>
                  <a:ext uri="{FF2B5EF4-FFF2-40B4-BE49-F238E27FC236}">
                    <a16:creationId xmlns:a16="http://schemas.microsoft.com/office/drawing/2014/main" id="{9BACE013-EB36-8F4C-858D-8A49A2D9AB1A}"/>
                  </a:ext>
                </a:extLst>
              </p:cNvPr>
              <p:cNvSpPr/>
              <p:nvPr/>
            </p:nvSpPr>
            <p:spPr>
              <a:xfrm>
                <a:off x="7494729" y="2774731"/>
                <a:ext cx="1480163" cy="579140"/>
              </a:xfrm>
              <a:prstGeom prst="ellipse">
                <a:avLst/>
              </a:prstGeom>
              <a:solidFill>
                <a:srgbClr val="B8C2C9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</a:t>
                </a:r>
              </a:p>
            </p:txBody>
          </p: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CAA52B1D-D65D-CA48-9107-33F16F5843B3}"/>
                  </a:ext>
                </a:extLst>
              </p:cNvPr>
              <p:cNvGrpSpPr/>
              <p:nvPr/>
            </p:nvGrpSpPr>
            <p:grpSpPr>
              <a:xfrm>
                <a:off x="7713663" y="2848339"/>
                <a:ext cx="1042107" cy="425543"/>
                <a:chOff x="7786941" y="2884917"/>
                <a:chExt cx="897649" cy="353919"/>
              </a:xfrm>
            </p:grpSpPr>
            <p:sp>
              <p:nvSpPr>
                <p:cNvPr id="213" name="Freeform 212">
                  <a:extLst>
                    <a:ext uri="{FF2B5EF4-FFF2-40B4-BE49-F238E27FC236}">
                      <a16:creationId xmlns:a16="http://schemas.microsoft.com/office/drawing/2014/main" id="{AA4C5BCE-82B8-0048-8448-58CACF31A5B8}"/>
                    </a:ext>
                  </a:extLst>
                </p:cNvPr>
                <p:cNvSpPr/>
                <p:nvPr/>
              </p:nvSpPr>
              <p:spPr>
                <a:xfrm>
                  <a:off x="7811770" y="2884917"/>
                  <a:ext cx="849158" cy="198115"/>
                </a:xfrm>
                <a:custGeom>
                  <a:avLst/>
                  <a:gdLst>
                    <a:gd name="connsiteX0" fmla="*/ 3725333 w 4588933"/>
                    <a:gd name="connsiteY0" fmla="*/ 0 h 1049866"/>
                    <a:gd name="connsiteX1" fmla="*/ 4588933 w 4588933"/>
                    <a:gd name="connsiteY1" fmla="*/ 270933 h 1049866"/>
                    <a:gd name="connsiteX2" fmla="*/ 3962400 w 4588933"/>
                    <a:gd name="connsiteY2" fmla="*/ 541866 h 1049866"/>
                    <a:gd name="connsiteX3" fmla="*/ 3742267 w 4588933"/>
                    <a:gd name="connsiteY3" fmla="*/ 457200 h 1049866"/>
                    <a:gd name="connsiteX4" fmla="*/ 2269067 w 4588933"/>
                    <a:gd name="connsiteY4" fmla="*/ 1049866 h 1049866"/>
                    <a:gd name="connsiteX5" fmla="*/ 880533 w 4588933"/>
                    <a:gd name="connsiteY5" fmla="*/ 457200 h 1049866"/>
                    <a:gd name="connsiteX6" fmla="*/ 592667 w 4588933"/>
                    <a:gd name="connsiteY6" fmla="*/ 541866 h 1049866"/>
                    <a:gd name="connsiteX7" fmla="*/ 0 w 4588933"/>
                    <a:gd name="connsiteY7" fmla="*/ 254000 h 1049866"/>
                    <a:gd name="connsiteX8" fmla="*/ 880533 w 4588933"/>
                    <a:gd name="connsiteY8" fmla="*/ 16933 h 1049866"/>
                    <a:gd name="connsiteX9" fmla="*/ 2302933 w 4588933"/>
                    <a:gd name="connsiteY9" fmla="*/ 626533 h 1049866"/>
                    <a:gd name="connsiteX10" fmla="*/ 3725333 w 4588933"/>
                    <a:gd name="connsiteY10" fmla="*/ 0 h 1049866"/>
                    <a:gd name="connsiteX0" fmla="*/ 3725333 w 4641485"/>
                    <a:gd name="connsiteY0" fmla="*/ 0 h 1049866"/>
                    <a:gd name="connsiteX1" fmla="*/ 4641485 w 4641485"/>
                    <a:gd name="connsiteY1" fmla="*/ 239402 h 1049866"/>
                    <a:gd name="connsiteX2" fmla="*/ 3962400 w 4641485"/>
                    <a:gd name="connsiteY2" fmla="*/ 541866 h 1049866"/>
                    <a:gd name="connsiteX3" fmla="*/ 3742267 w 4641485"/>
                    <a:gd name="connsiteY3" fmla="*/ 457200 h 1049866"/>
                    <a:gd name="connsiteX4" fmla="*/ 2269067 w 4641485"/>
                    <a:gd name="connsiteY4" fmla="*/ 1049866 h 1049866"/>
                    <a:gd name="connsiteX5" fmla="*/ 880533 w 4641485"/>
                    <a:gd name="connsiteY5" fmla="*/ 457200 h 1049866"/>
                    <a:gd name="connsiteX6" fmla="*/ 592667 w 4641485"/>
                    <a:gd name="connsiteY6" fmla="*/ 541866 h 1049866"/>
                    <a:gd name="connsiteX7" fmla="*/ 0 w 4641485"/>
                    <a:gd name="connsiteY7" fmla="*/ 254000 h 1049866"/>
                    <a:gd name="connsiteX8" fmla="*/ 880533 w 4641485"/>
                    <a:gd name="connsiteY8" fmla="*/ 16933 h 1049866"/>
                    <a:gd name="connsiteX9" fmla="*/ 2302933 w 4641485"/>
                    <a:gd name="connsiteY9" fmla="*/ 626533 h 1049866"/>
                    <a:gd name="connsiteX10" fmla="*/ 3725333 w 4641485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73798 w 4673016"/>
                    <a:gd name="connsiteY3" fmla="*/ 45720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84308 w 4673016"/>
                    <a:gd name="connsiteY3" fmla="*/ 404648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34464 w 4673016"/>
                    <a:gd name="connsiteY9" fmla="*/ 62653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32979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794818 w 4673016"/>
                    <a:gd name="connsiteY3" fmla="*/ 436179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  <a:gd name="connsiteX0" fmla="*/ 3756864 w 4673016"/>
                    <a:gd name="connsiteY0" fmla="*/ 0 h 1049866"/>
                    <a:gd name="connsiteX1" fmla="*/ 4673016 w 4673016"/>
                    <a:gd name="connsiteY1" fmla="*/ 239402 h 1049866"/>
                    <a:gd name="connsiteX2" fmla="*/ 3993931 w 4673016"/>
                    <a:gd name="connsiteY2" fmla="*/ 541866 h 1049866"/>
                    <a:gd name="connsiteX3" fmla="*/ 3815839 w 4673016"/>
                    <a:gd name="connsiteY3" fmla="*/ 467710 h 1049866"/>
                    <a:gd name="connsiteX4" fmla="*/ 2300598 w 4673016"/>
                    <a:gd name="connsiteY4" fmla="*/ 1049866 h 1049866"/>
                    <a:gd name="connsiteX5" fmla="*/ 912064 w 4673016"/>
                    <a:gd name="connsiteY5" fmla="*/ 457200 h 1049866"/>
                    <a:gd name="connsiteX6" fmla="*/ 624198 w 4673016"/>
                    <a:gd name="connsiteY6" fmla="*/ 541866 h 1049866"/>
                    <a:gd name="connsiteX7" fmla="*/ 0 w 4673016"/>
                    <a:gd name="connsiteY7" fmla="*/ 275021 h 1049866"/>
                    <a:gd name="connsiteX8" fmla="*/ 912064 w 4673016"/>
                    <a:gd name="connsiteY8" fmla="*/ 16933 h 1049866"/>
                    <a:gd name="connsiteX9" fmla="*/ 2323954 w 4673016"/>
                    <a:gd name="connsiteY9" fmla="*/ 616023 h 1049866"/>
                    <a:gd name="connsiteX10" fmla="*/ 3756864 w 4673016"/>
                    <a:gd name="connsiteY10" fmla="*/ 0 h 1049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4673016" h="1049866">
                      <a:moveTo>
                        <a:pt x="3756864" y="0"/>
                      </a:moveTo>
                      <a:lnTo>
                        <a:pt x="4673016" y="239402"/>
                      </a:lnTo>
                      <a:lnTo>
                        <a:pt x="3993931" y="541866"/>
                      </a:lnTo>
                      <a:lnTo>
                        <a:pt x="3815839" y="467710"/>
                      </a:lnTo>
                      <a:lnTo>
                        <a:pt x="2300598" y="1049866"/>
                      </a:lnTo>
                      <a:lnTo>
                        <a:pt x="912064" y="457200"/>
                      </a:lnTo>
                      <a:lnTo>
                        <a:pt x="624198" y="541866"/>
                      </a:lnTo>
                      <a:lnTo>
                        <a:pt x="0" y="275021"/>
                      </a:lnTo>
                      <a:lnTo>
                        <a:pt x="912064" y="16933"/>
                      </a:lnTo>
                      <a:lnTo>
                        <a:pt x="2323954" y="616023"/>
                      </a:lnTo>
                      <a:lnTo>
                        <a:pt x="3756864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4" name="Freeform 213">
                  <a:extLst>
                    <a:ext uri="{FF2B5EF4-FFF2-40B4-BE49-F238E27FC236}">
                      <a16:creationId xmlns:a16="http://schemas.microsoft.com/office/drawing/2014/main" id="{58CE4538-1F7C-F447-B65D-F903F1687412}"/>
                    </a:ext>
                  </a:extLst>
                </p:cNvPr>
                <p:cNvSpPr/>
                <p:nvPr/>
              </p:nvSpPr>
              <p:spPr>
                <a:xfrm>
                  <a:off x="8367548" y="3054383"/>
                  <a:ext cx="317042" cy="170569"/>
                </a:xfrm>
                <a:custGeom>
                  <a:avLst/>
                  <a:gdLst>
                    <a:gd name="connsiteX0" fmla="*/ 21021 w 1744718"/>
                    <a:gd name="connsiteY0" fmla="*/ 0 h 903890"/>
                    <a:gd name="connsiteX1" fmla="*/ 1744718 w 1744718"/>
                    <a:gd name="connsiteY1" fmla="*/ 693683 h 903890"/>
                    <a:gd name="connsiteX2" fmla="*/ 1145628 w 1744718"/>
                    <a:gd name="connsiteY2" fmla="*/ 903890 h 903890"/>
                    <a:gd name="connsiteX3" fmla="*/ 0 w 1744718"/>
                    <a:gd name="connsiteY3" fmla="*/ 451945 h 903890"/>
                    <a:gd name="connsiteX4" fmla="*/ 21021 w 1744718"/>
                    <a:gd name="connsiteY4" fmla="*/ 0 h 903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44718" h="903890">
                      <a:moveTo>
                        <a:pt x="21021" y="0"/>
                      </a:moveTo>
                      <a:lnTo>
                        <a:pt x="1744718" y="693683"/>
                      </a:lnTo>
                      <a:lnTo>
                        <a:pt x="1145628" y="903890"/>
                      </a:lnTo>
                      <a:lnTo>
                        <a:pt x="0" y="451945"/>
                      </a:lnTo>
                      <a:lnTo>
                        <a:pt x="21021" y="0"/>
                      </a:lnTo>
                      <a:close/>
                    </a:path>
                  </a:pathLst>
                </a:custGeom>
                <a:solidFill>
                  <a:srgbClr val="0000A3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Freeform 214">
                  <a:extLst>
                    <a:ext uri="{FF2B5EF4-FFF2-40B4-BE49-F238E27FC236}">
                      <a16:creationId xmlns:a16="http://schemas.microsoft.com/office/drawing/2014/main" id="{BD10D606-81D5-2A4F-98EC-DD366D0D4855}"/>
                    </a:ext>
                  </a:extLst>
                </p:cNvPr>
                <p:cNvSpPr/>
                <p:nvPr/>
              </p:nvSpPr>
              <p:spPr>
                <a:xfrm>
                  <a:off x="7786941" y="3054383"/>
                  <a:ext cx="311312" cy="168585"/>
                </a:xfrm>
                <a:custGeom>
                  <a:avLst/>
                  <a:gdLst>
                    <a:gd name="connsiteX0" fmla="*/ 1702676 w 1713187"/>
                    <a:gd name="connsiteY0" fmla="*/ 0 h 893380"/>
                    <a:gd name="connsiteX1" fmla="*/ 1713187 w 1713187"/>
                    <a:gd name="connsiteY1" fmla="*/ 472966 h 893380"/>
                    <a:gd name="connsiteX2" fmla="*/ 578069 w 1713187"/>
                    <a:gd name="connsiteY2" fmla="*/ 893380 h 893380"/>
                    <a:gd name="connsiteX3" fmla="*/ 0 w 1713187"/>
                    <a:gd name="connsiteY3" fmla="*/ 693683 h 893380"/>
                    <a:gd name="connsiteX4" fmla="*/ 1702676 w 1713187"/>
                    <a:gd name="connsiteY4" fmla="*/ 0 h 89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3187" h="893380">
                      <a:moveTo>
                        <a:pt x="1702676" y="0"/>
                      </a:moveTo>
                      <a:lnTo>
                        <a:pt x="1713187" y="472966"/>
                      </a:lnTo>
                      <a:lnTo>
                        <a:pt x="578069" y="893380"/>
                      </a:lnTo>
                      <a:lnTo>
                        <a:pt x="0" y="693683"/>
                      </a:lnTo>
                      <a:lnTo>
                        <a:pt x="1702676" y="0"/>
                      </a:lnTo>
                      <a:close/>
                    </a:path>
                  </a:pathLst>
                </a:custGeom>
                <a:solidFill>
                  <a:srgbClr val="0000A8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215">
                  <a:extLst>
                    <a:ext uri="{FF2B5EF4-FFF2-40B4-BE49-F238E27FC236}">
                      <a16:creationId xmlns:a16="http://schemas.microsoft.com/office/drawing/2014/main" id="{91356B23-1026-5749-BCDE-A884E53177D3}"/>
                    </a:ext>
                  </a:extLst>
                </p:cNvPr>
                <p:cNvSpPr/>
                <p:nvPr/>
              </p:nvSpPr>
              <p:spPr>
                <a:xfrm>
                  <a:off x="7895013" y="2971083"/>
                  <a:ext cx="676892" cy="267753"/>
                </a:xfrm>
                <a:custGeom>
                  <a:avLst/>
                  <a:gdLst>
                    <a:gd name="connsiteX0" fmla="*/ 599089 w 4162096"/>
                    <a:gd name="connsiteY0" fmla="*/ 273269 h 1618593"/>
                    <a:gd name="connsiteX1" fmla="*/ 882869 w 4162096"/>
                    <a:gd name="connsiteY1" fmla="*/ 199697 h 1618593"/>
                    <a:gd name="connsiteX2" fmla="*/ 2312276 w 4162096"/>
                    <a:gd name="connsiteY2" fmla="*/ 798786 h 1618593"/>
                    <a:gd name="connsiteX3" fmla="*/ 3794234 w 4162096"/>
                    <a:gd name="connsiteY3" fmla="*/ 199697 h 1618593"/>
                    <a:gd name="connsiteX4" fmla="*/ 4014951 w 4162096"/>
                    <a:gd name="connsiteY4" fmla="*/ 273269 h 1618593"/>
                    <a:gd name="connsiteX5" fmla="*/ 3058510 w 4162096"/>
                    <a:gd name="connsiteY5" fmla="*/ 641131 h 1618593"/>
                    <a:gd name="connsiteX6" fmla="*/ 3026979 w 4162096"/>
                    <a:gd name="connsiteY6" fmla="*/ 1114097 h 1618593"/>
                    <a:gd name="connsiteX7" fmla="*/ 4162096 w 4162096"/>
                    <a:gd name="connsiteY7" fmla="*/ 1545021 h 1618593"/>
                    <a:gd name="connsiteX8" fmla="*/ 3878317 w 4162096"/>
                    <a:gd name="connsiteY8" fmla="*/ 1608083 h 1618593"/>
                    <a:gd name="connsiteX9" fmla="*/ 2301765 w 4162096"/>
                    <a:gd name="connsiteY9" fmla="*/ 945931 h 1618593"/>
                    <a:gd name="connsiteX10" fmla="*/ 693682 w 4162096"/>
                    <a:gd name="connsiteY10" fmla="*/ 1618593 h 1618593"/>
                    <a:gd name="connsiteX11" fmla="*/ 430924 w 4162096"/>
                    <a:gd name="connsiteY11" fmla="*/ 1524000 h 1618593"/>
                    <a:gd name="connsiteX12" fmla="*/ 1576551 w 4162096"/>
                    <a:gd name="connsiteY12" fmla="*/ 1082566 h 1618593"/>
                    <a:gd name="connsiteX13" fmla="*/ 1545020 w 4162096"/>
                    <a:gd name="connsiteY13" fmla="*/ 609600 h 1618593"/>
                    <a:gd name="connsiteX14" fmla="*/ 0 w 4162096"/>
                    <a:gd name="connsiteY14" fmla="*/ 0 h 1618593"/>
                    <a:gd name="connsiteX15" fmla="*/ 872358 w 4162096"/>
                    <a:gd name="connsiteY15" fmla="*/ 210207 h 1618593"/>
                    <a:gd name="connsiteX16" fmla="*/ 872358 w 4162096"/>
                    <a:gd name="connsiteY16" fmla="*/ 210207 h 1618593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15" fmla="*/ 441434 w 3731172"/>
                    <a:gd name="connsiteY15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441434 w 3731172"/>
                    <a:gd name="connsiteY14" fmla="*/ 10510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357351 w 3731172"/>
                    <a:gd name="connsiteY14" fmla="*/ 115613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0990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47144 w 3731172"/>
                    <a:gd name="connsiteY14" fmla="*/ 6306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14096 w 3731172"/>
                    <a:gd name="connsiteY13" fmla="*/ 420413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56137 w 3731172"/>
                    <a:gd name="connsiteY13" fmla="*/ 441434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882869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68165 w 3731172"/>
                    <a:gd name="connsiteY0" fmla="*/ 73572 h 1418896"/>
                    <a:gd name="connsiteX1" fmla="*/ 451945 w 3731172"/>
                    <a:gd name="connsiteY1" fmla="*/ 0 h 1418896"/>
                    <a:gd name="connsiteX2" fmla="*/ 1881352 w 3731172"/>
                    <a:gd name="connsiteY2" fmla="*/ 599089 h 1418896"/>
                    <a:gd name="connsiteX3" fmla="*/ 3363310 w 3731172"/>
                    <a:gd name="connsiteY3" fmla="*/ 0 h 1418896"/>
                    <a:gd name="connsiteX4" fmla="*/ 3584027 w 3731172"/>
                    <a:gd name="connsiteY4" fmla="*/ 73572 h 1418896"/>
                    <a:gd name="connsiteX5" fmla="*/ 2627586 w 3731172"/>
                    <a:gd name="connsiteY5" fmla="*/ 441434 h 1418896"/>
                    <a:gd name="connsiteX6" fmla="*/ 2596055 w 3731172"/>
                    <a:gd name="connsiteY6" fmla="*/ 914400 h 1418896"/>
                    <a:gd name="connsiteX7" fmla="*/ 3731172 w 3731172"/>
                    <a:gd name="connsiteY7" fmla="*/ 1345324 h 1418896"/>
                    <a:gd name="connsiteX8" fmla="*/ 3447393 w 3731172"/>
                    <a:gd name="connsiteY8" fmla="*/ 1408386 h 1418896"/>
                    <a:gd name="connsiteX9" fmla="*/ 1870841 w 3731172"/>
                    <a:gd name="connsiteY9" fmla="*/ 746234 h 1418896"/>
                    <a:gd name="connsiteX10" fmla="*/ 262758 w 3731172"/>
                    <a:gd name="connsiteY10" fmla="*/ 1418896 h 1418896"/>
                    <a:gd name="connsiteX11" fmla="*/ 0 w 3731172"/>
                    <a:gd name="connsiteY11" fmla="*/ 1324303 h 1418896"/>
                    <a:gd name="connsiteX12" fmla="*/ 1145627 w 3731172"/>
                    <a:gd name="connsiteY12" fmla="*/ 903890 h 1418896"/>
                    <a:gd name="connsiteX13" fmla="*/ 1145626 w 3731172"/>
                    <a:gd name="connsiteY13" fmla="*/ 451945 h 1418896"/>
                    <a:gd name="connsiteX14" fmla="*/ 189185 w 3731172"/>
                    <a:gd name="connsiteY14" fmla="*/ 84081 h 1418896"/>
                    <a:gd name="connsiteX15" fmla="*/ 168165 w 3731172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575034 w 3710151"/>
                    <a:gd name="connsiteY6" fmla="*/ 91440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06565 w 3710151"/>
                    <a:gd name="connsiteY6" fmla="*/ 924910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06565 w 3710151"/>
                    <a:gd name="connsiteY5" fmla="*/ 441434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5151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60331 w 3710151"/>
                    <a:gd name="connsiteY2" fmla="*/ 599089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124605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12460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47144 w 3710151"/>
                    <a:gd name="connsiteY0" fmla="*/ 73572 h 1418896"/>
                    <a:gd name="connsiteX1" fmla="*/ 430924 w 3710151"/>
                    <a:gd name="connsiteY1" fmla="*/ 0 h 1418896"/>
                    <a:gd name="connsiteX2" fmla="*/ 1838028 w 3710151"/>
                    <a:gd name="connsiteY2" fmla="*/ 591655 h 1418896"/>
                    <a:gd name="connsiteX3" fmla="*/ 3342289 w 3710151"/>
                    <a:gd name="connsiteY3" fmla="*/ 0 h 1418896"/>
                    <a:gd name="connsiteX4" fmla="*/ 3563006 w 3710151"/>
                    <a:gd name="connsiteY4" fmla="*/ 73572 h 1418896"/>
                    <a:gd name="connsiteX5" fmla="*/ 2617717 w 3710151"/>
                    <a:gd name="connsiteY5" fmla="*/ 448868 h 1418896"/>
                    <a:gd name="connsiteX6" fmla="*/ 2610282 w 3710151"/>
                    <a:gd name="connsiteY6" fmla="*/ 902607 h 1418896"/>
                    <a:gd name="connsiteX7" fmla="*/ 3710151 w 3710151"/>
                    <a:gd name="connsiteY7" fmla="*/ 1345324 h 1418896"/>
                    <a:gd name="connsiteX8" fmla="*/ 3426372 w 3710151"/>
                    <a:gd name="connsiteY8" fmla="*/ 1408386 h 1418896"/>
                    <a:gd name="connsiteX9" fmla="*/ 1849820 w 3710151"/>
                    <a:gd name="connsiteY9" fmla="*/ 746234 h 1418896"/>
                    <a:gd name="connsiteX10" fmla="*/ 241737 w 3710151"/>
                    <a:gd name="connsiteY10" fmla="*/ 1418896 h 1418896"/>
                    <a:gd name="connsiteX11" fmla="*/ 0 w 3710151"/>
                    <a:gd name="connsiteY11" fmla="*/ 1334814 h 1418896"/>
                    <a:gd name="connsiteX12" fmla="*/ 1098586 w 3710151"/>
                    <a:gd name="connsiteY12" fmla="*/ 903890 h 1418896"/>
                    <a:gd name="connsiteX13" fmla="*/ 1087434 w 3710151"/>
                    <a:gd name="connsiteY13" fmla="*/ 451945 h 1418896"/>
                    <a:gd name="connsiteX14" fmla="*/ 168164 w 3710151"/>
                    <a:gd name="connsiteY14" fmla="*/ 84081 h 1418896"/>
                    <a:gd name="connsiteX15" fmla="*/ 147144 w 3710151"/>
                    <a:gd name="connsiteY15" fmla="*/ 73572 h 1418896"/>
                    <a:gd name="connsiteX0" fmla="*/ 162012 w 3725019"/>
                    <a:gd name="connsiteY0" fmla="*/ 73572 h 1418896"/>
                    <a:gd name="connsiteX1" fmla="*/ 445792 w 3725019"/>
                    <a:gd name="connsiteY1" fmla="*/ 0 h 1418896"/>
                    <a:gd name="connsiteX2" fmla="*/ 1852896 w 3725019"/>
                    <a:gd name="connsiteY2" fmla="*/ 591655 h 1418896"/>
                    <a:gd name="connsiteX3" fmla="*/ 3357157 w 3725019"/>
                    <a:gd name="connsiteY3" fmla="*/ 0 h 1418896"/>
                    <a:gd name="connsiteX4" fmla="*/ 3577874 w 3725019"/>
                    <a:gd name="connsiteY4" fmla="*/ 73572 h 1418896"/>
                    <a:gd name="connsiteX5" fmla="*/ 2632585 w 3725019"/>
                    <a:gd name="connsiteY5" fmla="*/ 448868 h 1418896"/>
                    <a:gd name="connsiteX6" fmla="*/ 2625150 w 3725019"/>
                    <a:gd name="connsiteY6" fmla="*/ 902607 h 1418896"/>
                    <a:gd name="connsiteX7" fmla="*/ 3725019 w 3725019"/>
                    <a:gd name="connsiteY7" fmla="*/ 1345324 h 1418896"/>
                    <a:gd name="connsiteX8" fmla="*/ 3441240 w 3725019"/>
                    <a:gd name="connsiteY8" fmla="*/ 1408386 h 1418896"/>
                    <a:gd name="connsiteX9" fmla="*/ 1864688 w 3725019"/>
                    <a:gd name="connsiteY9" fmla="*/ 746234 h 1418896"/>
                    <a:gd name="connsiteX10" fmla="*/ 256605 w 3725019"/>
                    <a:gd name="connsiteY10" fmla="*/ 1418896 h 1418896"/>
                    <a:gd name="connsiteX11" fmla="*/ 0 w 3725019"/>
                    <a:gd name="connsiteY11" fmla="*/ 1331097 h 1418896"/>
                    <a:gd name="connsiteX12" fmla="*/ 1113454 w 3725019"/>
                    <a:gd name="connsiteY12" fmla="*/ 903890 h 1418896"/>
                    <a:gd name="connsiteX13" fmla="*/ 1102302 w 3725019"/>
                    <a:gd name="connsiteY13" fmla="*/ 451945 h 1418896"/>
                    <a:gd name="connsiteX14" fmla="*/ 183032 w 3725019"/>
                    <a:gd name="connsiteY14" fmla="*/ 84081 h 1418896"/>
                    <a:gd name="connsiteX15" fmla="*/ 162012 w 3725019"/>
                    <a:gd name="connsiteY15" fmla="*/ 73572 h 1418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3725019" h="1418896">
                      <a:moveTo>
                        <a:pt x="162012" y="73572"/>
                      </a:moveTo>
                      <a:lnTo>
                        <a:pt x="445792" y="0"/>
                      </a:lnTo>
                      <a:lnTo>
                        <a:pt x="1852896" y="591655"/>
                      </a:lnTo>
                      <a:lnTo>
                        <a:pt x="3357157" y="0"/>
                      </a:lnTo>
                      <a:lnTo>
                        <a:pt x="3577874" y="73572"/>
                      </a:lnTo>
                      <a:lnTo>
                        <a:pt x="2632585" y="448868"/>
                      </a:lnTo>
                      <a:lnTo>
                        <a:pt x="2625150" y="902607"/>
                      </a:lnTo>
                      <a:lnTo>
                        <a:pt x="3725019" y="1345324"/>
                      </a:lnTo>
                      <a:lnTo>
                        <a:pt x="3441240" y="1408386"/>
                      </a:lnTo>
                      <a:lnTo>
                        <a:pt x="1864688" y="746234"/>
                      </a:lnTo>
                      <a:lnTo>
                        <a:pt x="256605" y="1418896"/>
                      </a:lnTo>
                      <a:lnTo>
                        <a:pt x="0" y="1331097"/>
                      </a:lnTo>
                      <a:lnTo>
                        <a:pt x="1113454" y="903890"/>
                      </a:lnTo>
                      <a:cubicBezTo>
                        <a:pt x="1113454" y="760249"/>
                        <a:pt x="1102302" y="595586"/>
                        <a:pt x="1102302" y="451945"/>
                      </a:cubicBezTo>
                      <a:lnTo>
                        <a:pt x="183032" y="84081"/>
                      </a:lnTo>
                      <a:cubicBezTo>
                        <a:pt x="26317" y="21019"/>
                        <a:pt x="169019" y="77075"/>
                        <a:pt x="162012" y="73572"/>
                      </a:cubicBezTo>
                      <a:close/>
                    </a:path>
                  </a:pathLst>
                </a:cu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</p:grpSp>
      <p:sp>
        <p:nvSpPr>
          <p:cNvPr id="32" name="Rectangle 3">
            <a:extLst>
              <a:ext uri="{FF2B5EF4-FFF2-40B4-BE49-F238E27FC236}">
                <a16:creationId xmlns:a16="http://schemas.microsoft.com/office/drawing/2014/main" id="{8C03B010-69E6-1B42-A828-F93C63189906}"/>
              </a:ext>
            </a:extLst>
          </p:cNvPr>
          <p:cNvSpPr txBox="1">
            <a:spLocks noChangeArrowheads="1"/>
          </p:cNvSpPr>
          <p:nvPr/>
        </p:nvSpPr>
        <p:spPr>
          <a:xfrm>
            <a:off x="908221" y="3603662"/>
            <a:ext cx="4938590" cy="964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66738" marR="0" lvl="1" indent="-219075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Tx/>
              <a:buFont typeface="Arial" panose="020B0604020202020204" pitchFamily="34" charset="0"/>
              <a:buChar char="•"/>
              <a:tabLst>
                <a:tab pos="566738" algn="l"/>
              </a:tabLst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Arial" panose="020B0604020202020204" pitchFamily="34" charset="0"/>
              <a:cs typeface="+mn-cs"/>
            </a:endParaRP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r>
              <a:rPr kumimoji="0" lang="ko-KR" altLang="en-US" sz="2800" b="0" i="1" u="none" strike="noStrike" kern="1200" cap="none" spc="0" normalizeH="0" baseline="0" noProof="0" dirty="0" smtClean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회선 교환</a:t>
            </a:r>
            <a:r>
              <a:rPr kumimoji="0" lang="en-US" altLang="en-US" sz="2800" b="0" i="1" u="none" strike="noStrike" kern="1200" cap="none" spc="0" normalizeH="0" baseline="0" noProof="0" dirty="0" smtClean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:</a:t>
            </a:r>
            <a:r>
              <a:rPr kumimoji="0" lang="en-US" altLang="en-US" sz="2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rPr>
              <a:t>10 users</a:t>
            </a:r>
          </a:p>
          <a:p>
            <a:pPr marL="231775" marR="0" lvl="0" indent="-231775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Tx/>
              <a:buFont typeface="Wingdings" pitchFamily="2" charset="2"/>
              <a:buChar char="§"/>
              <a:tabLst>
                <a:tab pos="566738" algn="l"/>
              </a:tabLst>
              <a:defRPr/>
            </a:pP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B5DB36C-372C-7849-A383-A0D110333457}"/>
              </a:ext>
            </a:extLst>
          </p:cNvPr>
          <p:cNvGrpSpPr/>
          <p:nvPr/>
        </p:nvGrpSpPr>
        <p:grpSpPr>
          <a:xfrm>
            <a:off x="914111" y="4198445"/>
            <a:ext cx="10461028" cy="2164114"/>
            <a:chOff x="949766" y="3703137"/>
            <a:chExt cx="10461028" cy="2164114"/>
          </a:xfrm>
        </p:grpSpPr>
        <p:grpSp>
          <p:nvGrpSpPr>
            <p:cNvPr id="198" name="Group 35">
              <a:extLst>
                <a:ext uri="{FF2B5EF4-FFF2-40B4-BE49-F238E27FC236}">
                  <a16:creationId xmlns:a16="http://schemas.microsoft.com/office/drawing/2014/main" id="{A49C0A36-CC03-E845-B104-1E5E28C28B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219664" y="4101096"/>
              <a:ext cx="5191130" cy="989012"/>
              <a:chOff x="2915" y="2642"/>
              <a:chExt cx="3270" cy="623"/>
            </a:xfrm>
          </p:grpSpPr>
          <p:sp>
            <p:nvSpPr>
              <p:cNvPr id="199" name="Text Box 48">
                <a:extLst>
                  <a:ext uri="{FF2B5EF4-FFF2-40B4-BE49-F238E27FC236}">
                    <a16:creationId xmlns:a16="http://schemas.microsoft.com/office/drawing/2014/main" id="{9E10FA5A-2003-7947-A8C2-B7FD6785FCA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15" y="2642"/>
                <a:ext cx="3270" cy="3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Q:</a:t>
                </a: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 </a:t>
                </a:r>
                <a:r>
                  <a:rPr kumimoji="0" lang="en-US" altLang="en-US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0.0004</a:t>
                </a:r>
                <a:r>
                  <a:rPr kumimoji="0" lang="ko-KR" altLang="en-US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라는 값을 어떻게 얻었는가</a:t>
                </a:r>
                <a:r>
                  <a:rPr kumimoji="0" lang="en-US" altLang="en-US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?</a:t>
                </a:r>
                <a:endParaRPr kumimoji="0" lang="en-US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0" name="Text Box 48">
                <a:extLst>
                  <a:ext uri="{FF2B5EF4-FFF2-40B4-BE49-F238E27FC236}">
                    <a16:creationId xmlns:a16="http://schemas.microsoft.com/office/drawing/2014/main" id="{8EB381AD-3137-AD48-AB59-379F2153556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30" y="2935"/>
                <a:ext cx="2986" cy="3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A:</a:t>
                </a: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 </a:t>
                </a:r>
                <a:r>
                  <a:rPr kumimoji="0" lang="ko-KR" altLang="en-US" sz="2800" b="0" i="0" u="none" strike="noStrike" kern="1200" cap="none" spc="0" normalizeH="0" baseline="0" noProof="0" dirty="0" smtClean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ＭＳ Ｐゴシック" panose="020B0600070205080204" pitchFamily="34" charset="-128"/>
                    <a:cs typeface="+mn-cs"/>
                  </a:rPr>
                  <a:t>숙제</a:t>
                </a:r>
                <a:endPara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3" name="Rectangle 3">
              <a:extLst>
                <a:ext uri="{FF2B5EF4-FFF2-40B4-BE49-F238E27FC236}">
                  <a16:creationId xmlns:a16="http://schemas.microsoft.com/office/drawing/2014/main" id="{0E79ECB0-50CE-C240-AF72-D00F85143460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49766" y="3703137"/>
              <a:ext cx="4938590" cy="2164114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52425" indent="-2222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rgbClr val="0000A3"/>
                </a:buClr>
                <a:buFont typeface="Wingdings" pitchFamily="2" charset="2"/>
                <a:buChar char="§"/>
                <a:tabLst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95325" indent="-231775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rgbClr val="0000A8"/>
                </a:buClr>
                <a:buFont typeface="Arial" panose="020B0604020202020204" pitchFamily="34" charset="0"/>
                <a:buChar char="•"/>
                <a:tabLst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66738" marR="0" lvl="1" indent="-219075" algn="l" defTabSz="914400" rtl="0" eaLnBrk="1" fontAlgn="auto" latinLnBrk="0" hangingPunct="1">
                <a:lnSpc>
                  <a:spcPct val="90000"/>
                </a:lnSpc>
                <a:spcBef>
                  <a:spcPts val="500"/>
                </a:spcBef>
                <a:spcAft>
                  <a:spcPts val="0"/>
                </a:spcAft>
                <a:buClr>
                  <a:srgbClr val="0000A8"/>
                </a:buClr>
                <a:buSzTx/>
                <a:buFont typeface="Arial" panose="020B0604020202020204" pitchFamily="34" charset="0"/>
                <a:buChar char="•"/>
                <a:tabLst>
                  <a:tab pos="566738" algn="l"/>
                </a:tabLst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Arial" panose="020B0604020202020204" pitchFamily="34" charset="0"/>
                <a:cs typeface="+mn-cs"/>
              </a:endParaRP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>
                  <a:tab pos="566738" algn="l"/>
                </a:tabLst>
                <a:defRPr/>
              </a:pPr>
              <a:r>
                <a:rPr kumimoji="0" lang="ko-KR" altLang="en-US" sz="2800" b="0" i="1" u="none" strike="noStrike" kern="1200" cap="none" spc="0" normalizeH="0" baseline="0" noProof="0" dirty="0" smtClean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패킷 스위칭</a:t>
              </a:r>
              <a:r>
                <a:rPr kumimoji="0" lang="en-US" altLang="en-US" sz="2800" b="0" i="1" u="none" strike="noStrike" kern="1200" cap="none" spc="0" normalizeH="0" baseline="0" noProof="0" dirty="0" smtClean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:</a:t>
              </a:r>
              <a:r>
                <a:rPr kumimoji="0" lang="en-US" altLang="en-US" sz="28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rPr>
                <a:t>  </a:t>
              </a:r>
              <a:r>
                <a:rPr kumimoji="0" lang="en-US" altLang="en-US" sz="24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35 </a:t>
              </a:r>
              <a:r>
                <a:rPr kumimoji="0" lang="ko-KR" altLang="en-US" sz="24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명의 사용자가 사용 시</a:t>
              </a:r>
              <a:r>
                <a:rPr kumimoji="0" lang="en-US" altLang="en-US" sz="24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, </a:t>
              </a:r>
              <a:r>
                <a:rPr kumimoji="0" lang="ko-KR" altLang="en-US" sz="24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동시</a:t>
              </a:r>
              <a:r>
                <a:rPr kumimoji="0" lang="ko-KR" altLang="en-US" sz="2400" b="0" i="0" u="none" strike="noStrike" kern="1200" cap="none" spc="0" normalizeH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 사용자가 </a:t>
              </a:r>
              <a:r>
                <a:rPr kumimoji="0" lang="en-US" altLang="ko-KR" sz="2400" b="0" i="0" u="none" strike="noStrike" kern="1200" cap="none" spc="0" normalizeH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10</a:t>
              </a:r>
              <a:r>
                <a:rPr lang="ko-KR" altLang="en-US" sz="2400" dirty="0" smtClean="0">
                  <a:solidFill>
                    <a:prstClr val="black"/>
                  </a:solidFill>
                  <a:latin typeface="Calibri" panose="020F0502020204030204"/>
                  <a:ea typeface="Arial" panose="020B0604020202020204" pitchFamily="34" charset="0"/>
                </a:rPr>
                <a:t>명 보다 많을 확률은 </a:t>
              </a:r>
              <a:r>
                <a:rPr kumimoji="0" lang="en-US" altLang="en-US" sz="24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.0004 </a:t>
              </a:r>
              <a:r>
                <a:rPr kumimoji="0" lang="ko-KR" altLang="en-US" sz="24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보다 작다</a:t>
              </a:r>
              <a:r>
                <a:rPr kumimoji="0" lang="en-US" altLang="en-US" sz="2400" b="0" i="0" u="none" strike="noStrike" kern="1200" cap="none" spc="0" normalizeH="0" baseline="0" noProof="0" dirty="0" smtClean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 </a:t>
              </a:r>
              <a:r>
                <a: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Arial" panose="020B0604020202020204" pitchFamily="34" charset="0"/>
                  <a:cs typeface="+mn-cs"/>
                </a:rPr>
                <a:t>*</a:t>
              </a:r>
            </a:p>
            <a:p>
              <a:pPr marL="231775" marR="0" lvl="0" indent="-231775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0000A3"/>
                </a:buClr>
                <a:buSzTx/>
                <a:buFont typeface="Wingdings" pitchFamily="2" charset="2"/>
                <a:buChar char="§"/>
                <a:tabLst>
                  <a:tab pos="566738" algn="l"/>
                </a:tabLst>
                <a:defRPr/>
              </a:pPr>
              <a:endPara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541D33C7-A4DC-934F-8A9A-8D848D2D5A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19616" y="6443089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Introduction: 1-</a:t>
            </a:r>
            <a:fld id="{C4204591-24BD-A542-B9D5-F8D8A88D2FEE}" type="slidenum">
              <a:rPr kumimoji="0" lang="en-US" sz="11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9059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93</Words>
  <Application>Microsoft Office PowerPoint</Application>
  <PresentationFormat>와이드스크린</PresentationFormat>
  <Paragraphs>23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</vt:i4>
      </vt:variant>
    </vt:vector>
  </HeadingPairs>
  <TitlesOfParts>
    <vt:vector size="11" baseType="lpstr">
      <vt:lpstr>ＭＳ Ｐゴシック</vt:lpstr>
      <vt:lpstr>游ゴシック Light</vt:lpstr>
      <vt:lpstr>맑은 고딕</vt:lpstr>
      <vt:lpstr>Arial</vt:lpstr>
      <vt:lpstr>Calibri</vt:lpstr>
      <vt:lpstr>Calibri Light</vt:lpstr>
      <vt:lpstr>Wingdings</vt:lpstr>
      <vt:lpstr>Office 테마</vt:lpstr>
      <vt:lpstr>Office Theme</vt:lpstr>
      <vt:lpstr>HW</vt:lpstr>
      <vt:lpstr>패킷 스위칭과 회선 교환 비교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HW</dc:title>
  <dc:creator>admin</dc:creator>
  <cp:lastModifiedBy>admin</cp:lastModifiedBy>
  <cp:revision>4</cp:revision>
  <dcterms:created xsi:type="dcterms:W3CDTF">2025-12-12T02:45:32Z</dcterms:created>
  <dcterms:modified xsi:type="dcterms:W3CDTF">2025-12-12T03:09:02Z</dcterms:modified>
</cp:coreProperties>
</file>